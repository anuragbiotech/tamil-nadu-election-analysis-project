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4C522-01B4-44E7-9487-B506B62E8A60}" v="9" dt="2026-05-26T09:23:25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g Gupta" userId="e5b616050d5cb46d" providerId="LiveId" clId="{7B882F4E-4DC6-4E6B-99EB-8EC3BD8D4034}"/>
    <pc:docChg chg="undo custSel modSld">
      <pc:chgData name="Anurag Gupta" userId="e5b616050d5cb46d" providerId="LiveId" clId="{7B882F4E-4DC6-4E6B-99EB-8EC3BD8D4034}" dt="2026-05-26T09:53:07.435" v="277" actId="1076"/>
      <pc:docMkLst>
        <pc:docMk/>
      </pc:docMkLst>
      <pc:sldChg chg="addSp delSp modSp mod setBg">
        <pc:chgData name="Anurag Gupta" userId="e5b616050d5cb46d" providerId="LiveId" clId="{7B882F4E-4DC6-4E6B-99EB-8EC3BD8D4034}" dt="2026-05-25T17:17:02.912" v="117" actId="14100"/>
        <pc:sldMkLst>
          <pc:docMk/>
          <pc:sldMk cId="0" sldId="256"/>
        </pc:sldMkLst>
        <pc:spChg chg="add">
          <ac:chgData name="Anurag Gupta" userId="e5b616050d5cb46d" providerId="LiveId" clId="{7B882F4E-4DC6-4E6B-99EB-8EC3BD8D4034}" dt="2026-05-25T16:51:08.659" v="40" actId="2660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Anurag Gupta" userId="e5b616050d5cb46d" providerId="LiveId" clId="{7B882F4E-4DC6-4E6B-99EB-8EC3BD8D4034}" dt="2026-05-25T16:51:08.659" v="40" actId="26606"/>
          <ac:spMkLst>
            <pc:docMk/>
            <pc:sldMk cId="0" sldId="256"/>
            <ac:spMk id="3" creationId="{00000000-0000-0000-0000-000000000000}"/>
          </ac:spMkLst>
        </pc:spChg>
        <pc:spChg chg="del mod replId">
          <ac:chgData name="Anurag Gupta" userId="e5b616050d5cb46d" providerId="LiveId" clId="{7B882F4E-4DC6-4E6B-99EB-8EC3BD8D4034}" dt="2026-05-25T16:51:08.659" v="40" actId="26606"/>
          <ac:spMkLst>
            <pc:docMk/>
            <pc:sldMk cId="0" sldId="256"/>
            <ac:spMk id="4" creationId="{00000000-0000-0000-0000-000000000000}"/>
          </ac:spMkLst>
        </pc:spChg>
        <pc:spChg chg="add">
          <ac:chgData name="Anurag Gupta" userId="e5b616050d5cb46d" providerId="LiveId" clId="{7B882F4E-4DC6-4E6B-99EB-8EC3BD8D4034}" dt="2026-05-25T16:51:08.659" v="40" actId="26606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5T17:11:32.834" v="94" actId="207"/>
          <ac:spMkLst>
            <pc:docMk/>
            <pc:sldMk cId="0" sldId="256"/>
            <ac:spMk id="11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5T17:10:00.335" v="69" actId="20577"/>
          <ac:spMkLst>
            <pc:docMk/>
            <pc:sldMk cId="0" sldId="256"/>
            <ac:spMk id="13" creationId="{00000000-0000-0000-0000-000000000000}"/>
          </ac:spMkLst>
        </pc:spChg>
        <pc:spChg chg="add">
          <ac:chgData name="Anurag Gupta" userId="e5b616050d5cb46d" providerId="LiveId" clId="{7B882F4E-4DC6-4E6B-99EB-8EC3BD8D4034}" dt="2026-05-25T16:51:08.659" v="40" actId="26606"/>
          <ac:spMkLst>
            <pc:docMk/>
            <pc:sldMk cId="0" sldId="256"/>
            <ac:spMk id="14" creationId="{00000000-0000-0000-0000-000000000000}"/>
          </ac:spMkLst>
        </pc:spChg>
        <pc:spChg chg="add">
          <ac:chgData name="Anurag Gupta" userId="e5b616050d5cb46d" providerId="LiveId" clId="{7B882F4E-4DC6-4E6B-99EB-8EC3BD8D4034}" dt="2026-05-25T16:51:08.659" v="40" actId="26606"/>
          <ac:spMkLst>
            <pc:docMk/>
            <pc:sldMk cId="0" sldId="256"/>
            <ac:spMk id="20" creationId="{00000000-0000-0000-0000-000000000000}"/>
          </ac:spMkLst>
        </pc:spChg>
        <pc:spChg chg="add">
          <ac:chgData name="Anurag Gupta" userId="e5b616050d5cb46d" providerId="LiveId" clId="{7B882F4E-4DC6-4E6B-99EB-8EC3BD8D4034}" dt="2026-05-25T16:51:08.659" v="40" actId="26606"/>
          <ac:spMkLst>
            <pc:docMk/>
            <pc:sldMk cId="0" sldId="256"/>
            <ac:spMk id="22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5T17:16:18.840" v="111" actId="20577"/>
          <ac:spMkLst>
            <pc:docMk/>
            <pc:sldMk cId="0" sldId="256"/>
            <ac:spMk id="23" creationId="{00000000-0000-0000-0000-000000000000}"/>
          </ac:spMkLst>
        </pc:spChg>
        <pc:picChg chg="add mod">
          <ac:chgData name="Anurag Gupta" userId="e5b616050d5cb46d" providerId="LiveId" clId="{7B882F4E-4DC6-4E6B-99EB-8EC3BD8D4034}" dt="2026-05-25T17:17:02.912" v="117" actId="14100"/>
          <ac:picMkLst>
            <pc:docMk/>
            <pc:sldMk cId="0" sldId="256"/>
            <ac:picMk id="50" creationId="{00000000-0000-0000-0000-000000000000}"/>
          </ac:picMkLst>
        </pc:picChg>
      </pc:sldChg>
      <pc:sldChg chg="addSp delSp modSp mod setBg">
        <pc:chgData name="Anurag Gupta" userId="e5b616050d5cb46d" providerId="LiveId" clId="{7B882F4E-4DC6-4E6B-99EB-8EC3BD8D4034}" dt="2026-05-25T17:25:01.390" v="120" actId="26606"/>
        <pc:sldMkLst>
          <pc:docMk/>
          <pc:sldMk cId="0" sldId="257"/>
        </pc:sldMkLst>
        <pc:spChg chg="mod">
          <ac:chgData name="Anurag Gupta" userId="e5b616050d5cb46d" providerId="LiveId" clId="{7B882F4E-4DC6-4E6B-99EB-8EC3BD8D4034}" dt="2026-05-25T17:25:01.390" v="120" actId="26606"/>
          <ac:spMkLst>
            <pc:docMk/>
            <pc:sldMk cId="0" sldId="257"/>
            <ac:spMk id="3" creationId="{00000000-0000-0000-0000-000000000000}"/>
          </ac:spMkLst>
        </pc:spChg>
        <pc:spChg chg="del mod replId">
          <ac:chgData name="Anurag Gupta" userId="e5b616050d5cb46d" providerId="LiveId" clId="{7B882F4E-4DC6-4E6B-99EB-8EC3BD8D4034}" dt="2026-05-25T17:20:36.291" v="119" actId="26606"/>
          <ac:spMkLst>
            <pc:docMk/>
            <pc:sldMk cId="0" sldId="257"/>
            <ac:spMk id="4" creationId="{00000000-0000-0000-0000-000000000000}"/>
          </ac:spMkLst>
        </pc:spChg>
        <pc:spChg chg="mod replId">
          <ac:chgData name="Anurag Gupta" userId="e5b616050d5cb46d" providerId="LiveId" clId="{7B882F4E-4DC6-4E6B-99EB-8EC3BD8D4034}" dt="2026-05-25T17:20:36.262" v="118" actId="26606"/>
          <ac:spMkLst>
            <pc:docMk/>
            <pc:sldMk cId="0" sldId="257"/>
            <ac:spMk id="5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20:36.291" v="119" actId="26606"/>
          <ac:spMkLst>
            <pc:docMk/>
            <pc:sldMk cId="0" sldId="257"/>
            <ac:spMk id="12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20:36.291" v="119" actId="2660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25:01.390" v="120" actId="26606"/>
          <ac:spMkLst>
            <pc:docMk/>
            <pc:sldMk cId="0" sldId="257"/>
            <ac:spMk id="14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20:36.291" v="119" actId="26606"/>
          <ac:spMkLst>
            <pc:docMk/>
            <pc:sldMk cId="0" sldId="257"/>
            <ac:spMk id="20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20:36.291" v="119" actId="26606"/>
          <ac:spMkLst>
            <pc:docMk/>
            <pc:sldMk cId="0" sldId="257"/>
            <ac:spMk id="22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5T17:25:01.390" v="120" actId="26606"/>
          <ac:spMkLst>
            <pc:docMk/>
            <pc:sldMk cId="0" sldId="257"/>
            <ac:spMk id="24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20:36.291" v="119" actId="26606"/>
          <ac:spMkLst>
            <pc:docMk/>
            <pc:sldMk cId="0" sldId="257"/>
            <ac:spMk id="31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20:36.291" v="119" actId="2660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25:01.390" v="120" actId="2660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25:01.390" v="120" actId="26606"/>
          <ac:spMkLst>
            <pc:docMk/>
            <pc:sldMk cId="0" sldId="257"/>
            <ac:spMk id="44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20:36.291" v="119" actId="26606"/>
          <ac:spMkLst>
            <pc:docMk/>
            <pc:sldMk cId="0" sldId="257"/>
            <ac:spMk id="50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20:36.291" v="119" actId="26606"/>
          <ac:spMkLst>
            <pc:docMk/>
            <pc:sldMk cId="0" sldId="257"/>
            <ac:spMk id="51" creationId="{00000000-0000-0000-0000-000000000000}"/>
          </ac:spMkLst>
        </pc:spChg>
      </pc:sldChg>
      <pc:sldChg chg="addSp delSp modSp mod setBg">
        <pc:chgData name="Anurag Gupta" userId="e5b616050d5cb46d" providerId="LiveId" clId="{7B882F4E-4DC6-4E6B-99EB-8EC3BD8D4034}" dt="2026-05-25T17:39:19.064" v="143" actId="26606"/>
        <pc:sldMkLst>
          <pc:docMk/>
          <pc:sldMk cId="0" sldId="258"/>
        </pc:sldMkLst>
        <pc:spChg chg="add">
          <ac:chgData name="Anurag Gupta" userId="e5b616050d5cb46d" providerId="LiveId" clId="{7B882F4E-4DC6-4E6B-99EB-8EC3BD8D4034}" dt="2026-05-25T17:31:42.884" v="122" actId="26606"/>
          <ac:spMkLst>
            <pc:docMk/>
            <pc:sldMk cId="0" sldId="258"/>
            <ac:spMk id="2" creationId="{00000000-0000-0000-0000-000000000000}"/>
          </ac:spMkLst>
        </pc:spChg>
        <pc:spChg chg="mod replId">
          <ac:chgData name="Anurag Gupta" userId="e5b616050d5cb46d" providerId="LiveId" clId="{7B882F4E-4DC6-4E6B-99EB-8EC3BD8D4034}" dt="2026-05-25T17:31:42.843" v="121" actId="26606"/>
          <ac:spMkLst>
            <pc:docMk/>
            <pc:sldMk cId="0" sldId="258"/>
            <ac:spMk id="4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31:42.884" v="122" actId="26606"/>
          <ac:spMkLst>
            <pc:docMk/>
            <pc:sldMk cId="0" sldId="258"/>
            <ac:spMk id="11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31:42.884" v="122" actId="26606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5T17:37:51.239" v="142" actId="2660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37:51.239" v="142" actId="2660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34:33.611" v="141" actId="403"/>
          <ac:spMkLst>
            <pc:docMk/>
            <pc:sldMk cId="0" sldId="258"/>
            <ac:spMk id="23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37:51.239" v="142" actId="26606"/>
          <ac:spMkLst>
            <pc:docMk/>
            <pc:sldMk cId="0" sldId="258"/>
            <ac:spMk id="25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31:42.884" v="122" actId="2660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37:51.239" v="142" actId="2660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37:51.239" v="142" actId="26606"/>
          <ac:spMkLst>
            <pc:docMk/>
            <pc:sldMk cId="0" sldId="258"/>
            <ac:spMk id="35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31:42.884" v="122" actId="26606"/>
          <ac:spMkLst>
            <pc:docMk/>
            <pc:sldMk cId="0" sldId="258"/>
            <ac:spMk id="40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5T17:37:51.239" v="142" actId="2660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37:51.239" v="142" actId="26606"/>
          <ac:spMkLst>
            <pc:docMk/>
            <pc:sldMk cId="0" sldId="258"/>
            <ac:spMk id="45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37:51.239" v="142" actId="26606"/>
          <ac:spMkLst>
            <pc:docMk/>
            <pc:sldMk cId="0" sldId="258"/>
            <ac:spMk id="53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5T17:37:51.239" v="142" actId="26606"/>
          <ac:spMkLst>
            <pc:docMk/>
            <pc:sldMk cId="0" sldId="258"/>
            <ac:spMk id="70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39:19.064" v="143" actId="26606"/>
          <ac:spMkLst>
            <pc:docMk/>
            <pc:sldMk cId="0" sldId="258"/>
            <ac:spMk id="72" creationId="{00000000-0000-0000-0000-000000000000}"/>
          </ac:spMkLst>
        </pc:spChg>
        <pc:spChg chg="mod">
          <ac:chgData name="Anurag Gupta" userId="e5b616050d5cb46d" providerId="LiveId" clId="{7B882F4E-4DC6-4E6B-99EB-8EC3BD8D4034}" dt="2026-05-25T17:37:51.239" v="142" actId="26606"/>
          <ac:spMkLst>
            <pc:docMk/>
            <pc:sldMk cId="0" sldId="258"/>
            <ac:spMk id="73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31:42.884" v="122" actId="26606"/>
          <ac:spMkLst>
            <pc:docMk/>
            <pc:sldMk cId="0" sldId="258"/>
            <ac:spMk id="80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31:42.884" v="122" actId="26606"/>
          <ac:spMkLst>
            <pc:docMk/>
            <pc:sldMk cId="0" sldId="258"/>
            <ac:spMk id="90" creationId="{00000000-0000-0000-0000-000000000000}"/>
          </ac:spMkLst>
        </pc:spChg>
      </pc:sldChg>
      <pc:sldChg chg="addSp delSp modSp mod setBg">
        <pc:chgData name="Anurag Gupta" userId="e5b616050d5cb46d" providerId="LiveId" clId="{7B882F4E-4DC6-4E6B-99EB-8EC3BD8D4034}" dt="2026-05-26T09:21:52.378" v="251" actId="14100"/>
        <pc:sldMkLst>
          <pc:docMk/>
          <pc:sldMk cId="0" sldId="259"/>
        </pc:sldMkLst>
        <pc:spChg chg="add mod">
          <ac:chgData name="Anurag Gupta" userId="e5b616050d5cb46d" providerId="LiveId" clId="{7B882F4E-4DC6-4E6B-99EB-8EC3BD8D4034}" dt="2026-05-26T09:17:30.110" v="232" actId="14100"/>
          <ac:spMkLst>
            <pc:docMk/>
            <pc:sldMk cId="0" sldId="259"/>
            <ac:spMk id="2" creationId="{00000000-0000-0000-0000-000000000000}"/>
          </ac:spMkLst>
        </pc:spChg>
        <pc:spChg chg="mod replId">
          <ac:chgData name="Anurag Gupta" userId="e5b616050d5cb46d" providerId="LiveId" clId="{7B882F4E-4DC6-4E6B-99EB-8EC3BD8D4034}" dt="2026-05-25T17:44:34.880" v="144" actId="26606"/>
          <ac:spMkLst>
            <pc:docMk/>
            <pc:sldMk cId="0" sldId="259"/>
            <ac:spMk id="4" creationId="{00000000-0000-0000-0000-000000000000}"/>
          </ac:spMkLst>
        </pc:spChg>
        <pc:spChg chg="add del mod">
          <ac:chgData name="Anurag Gupta" userId="e5b616050d5cb46d" providerId="LiveId" clId="{7B882F4E-4DC6-4E6B-99EB-8EC3BD8D4034}" dt="2026-05-26T08:57:58.476" v="222" actId="207"/>
          <ac:spMkLst>
            <pc:docMk/>
            <pc:sldMk cId="0" sldId="259"/>
            <ac:spMk id="10" creationId="{00000000-0000-0000-0000-000000000000}"/>
          </ac:spMkLst>
        </pc:spChg>
        <pc:spChg chg="del">
          <ac:chgData name="Anurag Gupta" userId="e5b616050d5cb46d" providerId="LiveId" clId="{7B882F4E-4DC6-4E6B-99EB-8EC3BD8D4034}" dt="2026-05-26T08:47:08.082" v="194" actId="478"/>
          <ac:spMkLst>
            <pc:docMk/>
            <pc:sldMk cId="0" sldId="259"/>
            <ac:spMk id="11" creationId="{00000000-0000-0000-0000-000000000000}"/>
          </ac:spMkLst>
        </pc:spChg>
        <pc:spChg chg="del mod">
          <ac:chgData name="Anurag Gupta" userId="e5b616050d5cb46d" providerId="LiveId" clId="{7B882F4E-4DC6-4E6B-99EB-8EC3BD8D4034}" dt="2026-05-26T08:47:11.988" v="196" actId="478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1:45.227" v="250" actId="1076"/>
          <ac:spMkLst>
            <pc:docMk/>
            <pc:sldMk cId="0" sldId="259"/>
            <ac:spMk id="20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1:45.227" v="250" actId="1076"/>
          <ac:spMkLst>
            <pc:docMk/>
            <pc:sldMk cId="0" sldId="259"/>
            <ac:spMk id="21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1:45.227" v="250" actId="1076"/>
          <ac:spMkLst>
            <pc:docMk/>
            <pc:sldMk cId="0" sldId="259"/>
            <ac:spMk id="22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1:45.227" v="250" actId="1076"/>
          <ac:spMkLst>
            <pc:docMk/>
            <pc:sldMk cId="0" sldId="259"/>
            <ac:spMk id="30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5T17:55:28.123" v="152" actId="26606"/>
          <ac:spMkLst>
            <pc:docMk/>
            <pc:sldMk cId="0" sldId="259"/>
            <ac:spMk id="31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1:45.227" v="250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1:45.227" v="250" actId="1076"/>
          <ac:spMkLst>
            <pc:docMk/>
            <pc:sldMk cId="0" sldId="259"/>
            <ac:spMk id="33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1:45.227" v="250" actId="1076"/>
          <ac:spMkLst>
            <pc:docMk/>
            <pc:sldMk cId="0" sldId="259"/>
            <ac:spMk id="34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1:45.227" v="250" actId="1076"/>
          <ac:spMkLst>
            <pc:docMk/>
            <pc:sldMk cId="0" sldId="259"/>
            <ac:spMk id="35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1:45.227" v="250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1:45.227" v="250" actId="1076"/>
          <ac:spMkLst>
            <pc:docMk/>
            <pc:sldMk cId="0" sldId="259"/>
            <ac:spMk id="37" creationId="{00000000-0000-0000-0000-000000000000}"/>
          </ac:spMkLst>
        </pc:spChg>
        <pc:spChg chg="del">
          <ac:chgData name="Anurag Gupta" userId="e5b616050d5cb46d" providerId="LiveId" clId="{7B882F4E-4DC6-4E6B-99EB-8EC3BD8D4034}" dt="2026-05-25T17:55:28.123" v="152" actId="26606"/>
          <ac:spMkLst>
            <pc:docMk/>
            <pc:sldMk cId="0" sldId="259"/>
            <ac:spMk id="40" creationId="{00000000-0000-0000-0000-000000000000}"/>
          </ac:spMkLst>
        </pc:spChg>
        <pc:spChg chg="add">
          <ac:chgData name="Anurag Gupta" userId="e5b616050d5cb46d" providerId="LiveId" clId="{7B882F4E-4DC6-4E6B-99EB-8EC3BD8D4034}" dt="2026-05-25T17:44:34.901" v="145" actId="26606"/>
          <ac:spMkLst>
            <pc:docMk/>
            <pc:sldMk cId="0" sldId="259"/>
            <ac:spMk id="80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17:29.580" v="231" actId="1076"/>
          <ac:spMkLst>
            <pc:docMk/>
            <pc:sldMk cId="0" sldId="259"/>
            <ac:spMk id="91" creationId="{00000000-0000-0000-0000-000000000000}"/>
          </ac:spMkLst>
        </pc:spChg>
        <pc:picChg chg="add del mod modCrop">
          <ac:chgData name="Anurag Gupta" userId="e5b616050d5cb46d" providerId="LiveId" clId="{7B882F4E-4DC6-4E6B-99EB-8EC3BD8D4034}" dt="2026-05-26T08:47:03.122" v="193" actId="478"/>
          <ac:picMkLst>
            <pc:docMk/>
            <pc:sldMk cId="0" sldId="259"/>
            <ac:picMk id="6" creationId="{94D6E8D3-8995-879F-F0E3-2A0C7270E866}"/>
          </ac:picMkLst>
        </pc:picChg>
        <pc:picChg chg="add del mod">
          <ac:chgData name="Anurag Gupta" userId="e5b616050d5cb46d" providerId="LiveId" clId="{7B882F4E-4DC6-4E6B-99EB-8EC3BD8D4034}" dt="2026-05-25T18:01:20.242" v="155" actId="478"/>
          <ac:picMkLst>
            <pc:docMk/>
            <pc:sldMk cId="0" sldId="259"/>
            <ac:picMk id="8" creationId="{13CAE74E-14E9-A433-9FF4-6D9C9F844392}"/>
          </ac:picMkLst>
        </pc:picChg>
        <pc:picChg chg="add del mod">
          <ac:chgData name="Anurag Gupta" userId="e5b616050d5cb46d" providerId="LiveId" clId="{7B882F4E-4DC6-4E6B-99EB-8EC3BD8D4034}" dt="2026-05-25T18:02:05.743" v="157" actId="478"/>
          <ac:picMkLst>
            <pc:docMk/>
            <pc:sldMk cId="0" sldId="259"/>
            <ac:picMk id="13" creationId="{3378F911-06A6-D0A0-42C2-F44CF4B1A788}"/>
          </ac:picMkLst>
        </pc:picChg>
        <pc:picChg chg="add mod">
          <ac:chgData name="Anurag Gupta" userId="e5b616050d5cb46d" providerId="LiveId" clId="{7B882F4E-4DC6-4E6B-99EB-8EC3BD8D4034}" dt="2026-05-26T09:21:52.378" v="251" actId="14100"/>
          <ac:picMkLst>
            <pc:docMk/>
            <pc:sldMk cId="0" sldId="259"/>
            <ac:picMk id="15" creationId="{998CD710-C188-20F2-D10B-56F041706CB7}"/>
          </ac:picMkLst>
        </pc:picChg>
      </pc:sldChg>
      <pc:sldChg chg="addSp delSp modSp mod setBg">
        <pc:chgData name="Anurag Gupta" userId="e5b616050d5cb46d" providerId="LiveId" clId="{7B882F4E-4DC6-4E6B-99EB-8EC3BD8D4034}" dt="2026-05-26T09:53:07.435" v="277" actId="1076"/>
        <pc:sldMkLst>
          <pc:docMk/>
          <pc:sldMk cId="0" sldId="260"/>
        </pc:sldMkLst>
        <pc:spChg chg="add mod">
          <ac:chgData name="Anurag Gupta" userId="e5b616050d5cb46d" providerId="LiveId" clId="{7B882F4E-4DC6-4E6B-99EB-8EC3BD8D4034}" dt="2026-05-26T09:53:07.435" v="277" actId="1076"/>
          <ac:spMkLst>
            <pc:docMk/>
            <pc:sldMk cId="0" sldId="260"/>
            <ac:spMk id="2" creationId="{00000000-0000-0000-0000-000000000000}"/>
          </ac:spMkLst>
        </pc:spChg>
        <pc:spChg chg="del mod replId">
          <ac:chgData name="Anurag Gupta" userId="e5b616050d5cb46d" providerId="LiveId" clId="{7B882F4E-4DC6-4E6B-99EB-8EC3BD8D4034}" dt="2026-05-25T18:03:34.968" v="159" actId="26606"/>
          <ac:spMkLst>
            <pc:docMk/>
            <pc:sldMk cId="0" sldId="260"/>
            <ac:spMk id="4" creationId="{00000000-0000-0000-0000-000000000000}"/>
          </ac:spMkLst>
        </pc:spChg>
        <pc:spChg chg="add">
          <ac:chgData name="Anurag Gupta" userId="e5b616050d5cb46d" providerId="LiveId" clId="{7B882F4E-4DC6-4E6B-99EB-8EC3BD8D4034}" dt="2026-05-25T18:03:34.968" v="159" actId="26606"/>
          <ac:spMkLst>
            <pc:docMk/>
            <pc:sldMk cId="0" sldId="260"/>
            <ac:spMk id="10" creationId="{00000000-0000-0000-0000-000000000000}"/>
          </ac:spMkLst>
        </pc:spChg>
        <pc:spChg chg="add">
          <ac:chgData name="Anurag Gupta" userId="e5b616050d5cb46d" providerId="LiveId" clId="{7B882F4E-4DC6-4E6B-99EB-8EC3BD8D4034}" dt="2026-05-25T18:03:34.968" v="159" actId="2660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4:02.331" v="255" actId="1076"/>
          <ac:spMkLst>
            <pc:docMk/>
            <pc:sldMk cId="0" sldId="260"/>
            <ac:spMk id="20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4:02.331" v="255" actId="1076"/>
          <ac:spMkLst>
            <pc:docMk/>
            <pc:sldMk cId="0" sldId="260"/>
            <ac:spMk id="21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4:02.331" v="255" actId="1076"/>
          <ac:spMkLst>
            <pc:docMk/>
            <pc:sldMk cId="0" sldId="260"/>
            <ac:spMk id="22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4:02.331" v="255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4:02.331" v="255" actId="1076"/>
          <ac:spMkLst>
            <pc:docMk/>
            <pc:sldMk cId="0" sldId="260"/>
            <ac:spMk id="31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4:02.331" v="255" actId="107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4:02.331" v="255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5:07.658" v="259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5:07.658" v="259" actId="1076"/>
          <ac:spMkLst>
            <pc:docMk/>
            <pc:sldMk cId="0" sldId="260"/>
            <ac:spMk id="35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4:55.325" v="258" actId="107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4:55.325" v="258" actId="1076"/>
          <ac:spMkLst>
            <pc:docMk/>
            <pc:sldMk cId="0" sldId="260"/>
            <ac:spMk id="37" creationId="{00000000-0000-0000-0000-000000000000}"/>
          </ac:spMkLst>
        </pc:spChg>
        <pc:spChg chg="add">
          <ac:chgData name="Anurag Gupta" userId="e5b616050d5cb46d" providerId="LiveId" clId="{7B882F4E-4DC6-4E6B-99EB-8EC3BD8D4034}" dt="2026-05-25T18:03:34.968" v="159" actId="26606"/>
          <ac:spMkLst>
            <pc:docMk/>
            <pc:sldMk cId="0" sldId="260"/>
            <ac:spMk id="90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53:07.435" v="277" actId="1076"/>
          <ac:spMkLst>
            <pc:docMk/>
            <pc:sldMk cId="0" sldId="260"/>
            <ac:spMk id="91" creationId="{00000000-0000-0000-0000-000000000000}"/>
          </ac:spMkLst>
        </pc:spChg>
        <pc:picChg chg="add mod modCrop">
          <ac:chgData name="Anurag Gupta" userId="e5b616050d5cb46d" providerId="LiveId" clId="{7B882F4E-4DC6-4E6B-99EB-8EC3BD8D4034}" dt="2026-05-26T09:52:46.372" v="276" actId="14100"/>
          <ac:picMkLst>
            <pc:docMk/>
            <pc:sldMk cId="0" sldId="260"/>
            <ac:picMk id="5" creationId="{1F6027C0-6239-EF2A-EC28-2AAFD8ABACE5}"/>
          </ac:picMkLst>
        </pc:picChg>
      </pc:sldChg>
      <pc:sldChg chg="addSp delSp modSp mod setBg">
        <pc:chgData name="Anurag Gupta" userId="e5b616050d5cb46d" providerId="LiveId" clId="{7B882F4E-4DC6-4E6B-99EB-8EC3BD8D4034}" dt="2026-05-26T09:28:06.099" v="269" actId="14100"/>
        <pc:sldMkLst>
          <pc:docMk/>
          <pc:sldMk cId="0" sldId="261"/>
        </pc:sldMkLst>
        <pc:spChg chg="del mod replId">
          <ac:chgData name="Anurag Gupta" userId="e5b616050d5cb46d" providerId="LiveId" clId="{7B882F4E-4DC6-4E6B-99EB-8EC3BD8D4034}" dt="2026-05-26T08:20:14.549" v="173" actId="26606"/>
          <ac:spMkLst>
            <pc:docMk/>
            <pc:sldMk cId="0" sldId="261"/>
            <ac:spMk id="4" creationId="{00000000-0000-0000-0000-000000000000}"/>
          </ac:spMkLst>
        </pc:spChg>
        <pc:spChg chg="add mod modCrop">
          <ac:chgData name="Anurag Gupta" userId="e5b616050d5cb46d" providerId="LiveId" clId="{7B882F4E-4DC6-4E6B-99EB-8EC3BD8D4034}" dt="2026-05-26T09:27:44.723" v="268" actId="14100"/>
          <ac:spMkLst>
            <pc:docMk/>
            <pc:sldMk cId="0" sldId="261"/>
            <ac:spMk id="10" creationId="{00000000-0000-0000-0000-000000000000}"/>
          </ac:spMkLst>
        </pc:spChg>
        <pc:spChg chg="add del mod">
          <ac:chgData name="Anurag Gupta" userId="e5b616050d5cb46d" providerId="LiveId" clId="{7B882F4E-4DC6-4E6B-99EB-8EC3BD8D4034}" dt="2026-05-26T08:22:45.550" v="179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Anurag Gupta" userId="e5b616050d5cb46d" providerId="LiveId" clId="{7B882F4E-4DC6-4E6B-99EB-8EC3BD8D4034}" dt="2026-05-26T08:23:04.978" v="182" actId="478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7:24.051" v="263" actId="1076"/>
          <ac:spMkLst>
            <pc:docMk/>
            <pc:sldMk cId="0" sldId="261"/>
            <ac:spMk id="20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7:24.051" v="263" actId="1076"/>
          <ac:spMkLst>
            <pc:docMk/>
            <pc:sldMk cId="0" sldId="261"/>
            <ac:spMk id="21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7:24.051" v="263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7:24.051" v="263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7:24.051" v="263" actId="107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27:24.051" v="263" actId="1076"/>
          <ac:spMkLst>
            <pc:docMk/>
            <pc:sldMk cId="0" sldId="261"/>
            <ac:spMk id="32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7:24.051" v="263" actId="1076"/>
          <ac:spMkLst>
            <pc:docMk/>
            <pc:sldMk cId="0" sldId="261"/>
            <ac:spMk id="33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7:30.882" v="265" actId="1076"/>
          <ac:spMkLst>
            <pc:docMk/>
            <pc:sldMk cId="0" sldId="261"/>
            <ac:spMk id="34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7:24.051" v="263" actId="1076"/>
          <ac:spMkLst>
            <pc:docMk/>
            <pc:sldMk cId="0" sldId="261"/>
            <ac:spMk id="35" creationId="{00000000-0000-0000-0000-000000000000}"/>
          </ac:spMkLst>
        </pc:spChg>
        <pc:spChg chg="add mod">
          <ac:chgData name="Anurag Gupta" userId="e5b616050d5cb46d" providerId="LiveId" clId="{7B882F4E-4DC6-4E6B-99EB-8EC3BD8D4034}" dt="2026-05-26T09:27:24.051" v="263" actId="107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Anurag Gupta" userId="e5b616050d5cb46d" providerId="LiveId" clId="{7B882F4E-4DC6-4E6B-99EB-8EC3BD8D4034}" dt="2026-05-26T08:35:16.792" v="189" actId="26606"/>
          <ac:spMkLst>
            <pc:docMk/>
            <pc:sldMk cId="0" sldId="261"/>
            <ac:spMk id="37" creationId="{00000000-0000-0000-0000-000000000000}"/>
          </ac:spMkLst>
        </pc:spChg>
        <pc:spChg chg="mod ord">
          <ac:chgData name="Anurag Gupta" userId="e5b616050d5cb46d" providerId="LiveId" clId="{7B882F4E-4DC6-4E6B-99EB-8EC3BD8D4034}" dt="2026-05-26T09:28:06.099" v="269" actId="14100"/>
          <ac:spMkLst>
            <pc:docMk/>
            <pc:sldMk cId="0" sldId="261"/>
            <ac:spMk id="40" creationId="{00000000-0000-0000-0000-000000000000}"/>
          </ac:spMkLst>
        </pc:spChg>
        <pc:spChg chg="add">
          <ac:chgData name="Anurag Gupta" userId="e5b616050d5cb46d" providerId="LiveId" clId="{7B882F4E-4DC6-4E6B-99EB-8EC3BD8D4034}" dt="2026-05-26T08:20:14.549" v="173" actId="26606"/>
          <ac:spMkLst>
            <pc:docMk/>
            <pc:sldMk cId="0" sldId="261"/>
            <ac:spMk id="91" creationId="{00000000-0000-0000-0000-000000000000}"/>
          </ac:spMkLst>
        </pc:spChg>
      </pc:sldChg>
      <pc:sldChg chg="addSp delSp modSp mod setBg">
        <pc:chgData name="Anurag Gupta" userId="e5b616050d5cb46d" providerId="LiveId" clId="{7B882F4E-4DC6-4E6B-99EB-8EC3BD8D4034}" dt="2026-05-26T09:37:51.389" v="273" actId="403"/>
        <pc:sldMkLst>
          <pc:docMk/>
          <pc:sldMk cId="0" sldId="262"/>
        </pc:sldMkLst>
        <pc:spChg chg="add">
          <ac:chgData name="Anurag Gupta" userId="e5b616050d5cb46d" providerId="LiveId" clId="{7B882F4E-4DC6-4E6B-99EB-8EC3BD8D4034}" dt="2026-05-26T09:34:09.167" v="271" actId="26606"/>
          <ac:spMkLst>
            <pc:docMk/>
            <pc:sldMk cId="0" sldId="262"/>
            <ac:spMk id="2" creationId="{00000000-0000-0000-0000-000000000000}"/>
          </ac:spMkLst>
        </pc:spChg>
        <pc:spChg chg="del mod replId">
          <ac:chgData name="Anurag Gupta" userId="e5b616050d5cb46d" providerId="LiveId" clId="{7B882F4E-4DC6-4E6B-99EB-8EC3BD8D4034}" dt="2026-05-26T09:34:09.167" v="271" actId="26606"/>
          <ac:spMkLst>
            <pc:docMk/>
            <pc:sldMk cId="0" sldId="262"/>
            <ac:spMk id="4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34:09.167" v="271" actId="26606"/>
          <ac:spMkLst>
            <pc:docMk/>
            <pc:sldMk cId="0" sldId="262"/>
            <ac:spMk id="21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34:09.167" v="271" actId="26606"/>
          <ac:spMkLst>
            <pc:docMk/>
            <pc:sldMk cId="0" sldId="262"/>
            <ac:spMk id="22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34:09.167" v="271" actId="2660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nurag Gupta" userId="e5b616050d5cb46d" providerId="LiveId" clId="{7B882F4E-4DC6-4E6B-99EB-8EC3BD8D4034}" dt="2026-05-26T09:37:51.389" v="273" actId="403"/>
          <ac:spMkLst>
            <pc:docMk/>
            <pc:sldMk cId="0" sldId="262"/>
            <ac:spMk id="24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34:09.167" v="271" actId="26606"/>
          <ac:spMkLst>
            <pc:docMk/>
            <pc:sldMk cId="0" sldId="262"/>
            <ac:spMk id="31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34:09.167" v="271" actId="26606"/>
          <ac:spMkLst>
            <pc:docMk/>
            <pc:sldMk cId="0" sldId="262"/>
            <ac:spMk id="34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34:09.167" v="271" actId="26606"/>
          <ac:spMkLst>
            <pc:docMk/>
            <pc:sldMk cId="0" sldId="262"/>
            <ac:spMk id="43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34:09.167" v="271" actId="26606"/>
          <ac:spMkLst>
            <pc:docMk/>
            <pc:sldMk cId="0" sldId="262"/>
            <ac:spMk id="52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34:09.167" v="271" actId="26606"/>
          <ac:spMkLst>
            <pc:docMk/>
            <pc:sldMk cId="0" sldId="262"/>
            <ac:spMk id="53" creationId="{00000000-0000-0000-0000-000000000000}"/>
          </ac:spMkLst>
        </pc:spChg>
      </pc:sldChg>
      <pc:sldChg chg="addSp delSp modSp mod setBg">
        <pc:chgData name="Anurag Gupta" userId="e5b616050d5cb46d" providerId="LiveId" clId="{7B882F4E-4DC6-4E6B-99EB-8EC3BD8D4034}" dt="2026-05-26T09:43:36.205" v="275" actId="26606"/>
        <pc:sldMkLst>
          <pc:docMk/>
          <pc:sldMk cId="0" sldId="263"/>
        </pc:sldMkLst>
        <pc:spChg chg="mod replId">
          <ac:chgData name="Anurag Gupta" userId="e5b616050d5cb46d" providerId="LiveId" clId="{7B882F4E-4DC6-4E6B-99EB-8EC3BD8D4034}" dt="2026-05-26T09:43:36.178" v="274" actId="26606"/>
          <ac:spMkLst>
            <pc:docMk/>
            <pc:sldMk cId="0" sldId="263"/>
            <ac:spMk id="4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43:36.205" v="275" actId="26606"/>
          <ac:spMkLst>
            <pc:docMk/>
            <pc:sldMk cId="0" sldId="263"/>
            <ac:spMk id="11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43:36.205" v="275" actId="26606"/>
          <ac:spMkLst>
            <pc:docMk/>
            <pc:sldMk cId="0" sldId="263"/>
            <ac:spMk id="12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43:36.205" v="275" actId="26606"/>
          <ac:spMkLst>
            <pc:docMk/>
            <pc:sldMk cId="0" sldId="263"/>
            <ac:spMk id="13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43:36.205" v="275" actId="26606"/>
          <ac:spMkLst>
            <pc:docMk/>
            <pc:sldMk cId="0" sldId="263"/>
            <ac:spMk id="14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43:36.205" v="275" actId="26606"/>
          <ac:spMkLst>
            <pc:docMk/>
            <pc:sldMk cId="0" sldId="263"/>
            <ac:spMk id="17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43:36.205" v="275" actId="26606"/>
          <ac:spMkLst>
            <pc:docMk/>
            <pc:sldMk cId="0" sldId="263"/>
            <ac:spMk id="20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43:36.205" v="275" actId="26606"/>
          <ac:spMkLst>
            <pc:docMk/>
            <pc:sldMk cId="0" sldId="263"/>
            <ac:spMk id="23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43:36.205" v="275" actId="26606"/>
          <ac:spMkLst>
            <pc:docMk/>
            <pc:sldMk cId="0" sldId="263"/>
            <ac:spMk id="50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43:36.205" v="275" actId="26606"/>
          <ac:spMkLst>
            <pc:docMk/>
            <pc:sldMk cId="0" sldId="263"/>
            <ac:spMk id="60" creationId="{00000000-0000-0000-0000-000000000000}"/>
          </ac:spMkLst>
        </pc:spChg>
        <pc:spChg chg="add">
          <ac:chgData name="Anurag Gupta" userId="e5b616050d5cb46d" providerId="LiveId" clId="{7B882F4E-4DC6-4E6B-99EB-8EC3BD8D4034}" dt="2026-05-26T09:43:36.205" v="275" actId="26606"/>
          <ac:spMkLst>
            <pc:docMk/>
            <pc:sldMk cId="0" sldId="263"/>
            <ac:spMk id="9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MapBackground"/>
          <p:cNvPicPr>
            <a:picLocks noChangeAspect="1"/>
          </p:cNvPicPr>
          <p:nvPr/>
        </p:nvPicPr>
        <p:blipFill>
          <a:blip r:embed="rId2">
            <a:alphaModFix amt="35000"/>
          </a:blip>
          <a:srcRect l="7636" r="346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ubLabel"/>
          <p:cNvSpPr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400" b="1" spc="300" dirty="0">
                <a:solidFill>
                  <a:srgbClr val="F7BAB7"/>
                </a:solidFill>
                <a:latin typeface="Calibri"/>
              </a:rPr>
              <a:t>DATA ANALYTICS PROJECT</a:t>
            </a:r>
          </a:p>
        </p:txBody>
      </p:sp>
      <p:sp>
        <p:nvSpPr>
          <p:cNvPr id="2" name="Title"/>
          <p:cNvSpPr/>
          <p:nvPr/>
        </p:nvSpPr>
        <p:spPr>
          <a:xfrm>
            <a:off x="685800" y="18288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000"/>
              </a:lnSpc>
            </a:pPr>
            <a:r>
              <a:rPr lang="en-US" sz="3200" b="1">
                <a:solidFill>
                  <a:srgbClr val="FFFFFF"/>
                </a:solidFill>
                <a:latin typeface="Georgia"/>
              </a:rPr>
              <a:t>Tamil Nadu Election 2021 vs 2026</a:t>
            </a:r>
          </a:p>
          <a:p>
            <a:pPr algn="l">
              <a:lnSpc>
                <a:spcPts val="3200"/>
              </a:lnSpc>
            </a:pPr>
            <a:r>
              <a:rPr lang="en-US" sz="2400">
                <a:solidFill>
                  <a:srgbClr val="8FA3C4"/>
                </a:solidFill>
                <a:latin typeface="Calibri"/>
              </a:rPr>
              <a:t>Regional and Electoral Shift Analysis</a:t>
            </a:r>
          </a:p>
        </p:txBody>
      </p:sp>
      <p:sp>
        <p:nvSpPr>
          <p:cNvPr id="12" name="Divider"/>
          <p:cNvSpPr/>
          <p:nvPr/>
        </p:nvSpPr>
        <p:spPr>
          <a:xfrm>
            <a:off x="685800" y="3657600"/>
            <a:ext cx="1828800" cy="27432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Author"/>
          <p:cNvSpPr/>
          <p:nvPr/>
        </p:nvSpPr>
        <p:spPr>
          <a:xfrm>
            <a:off x="685800" y="38862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dirty="0">
                <a:solidFill>
                  <a:srgbClr val="C0CDE0"/>
                </a:solidFill>
                <a:latin typeface="Calibri"/>
              </a:rPr>
              <a:t>By  </a:t>
            </a:r>
            <a:r>
              <a:rPr lang="en-US" sz="1600" b="1" dirty="0">
                <a:solidFill>
                  <a:srgbClr val="FFFFFF"/>
                </a:solidFill>
                <a:latin typeface="Calibri"/>
              </a:rPr>
              <a:t>ANURAG GUPTA</a:t>
            </a:r>
          </a:p>
        </p:txBody>
      </p:sp>
      <p:sp>
        <p:nvSpPr>
          <p:cNvPr id="14" name="ToolsLabel"/>
          <p:cNvSpPr/>
          <p:nvPr/>
        </p:nvSpPr>
        <p:spPr>
          <a:xfrm>
            <a:off x="685800" y="48006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100" b="1" spc="200">
                <a:solidFill>
                  <a:srgbClr val="8FA3C4"/>
                </a:solidFill>
                <a:latin typeface="Calibri"/>
              </a:rPr>
              <a:t>TOOLS USED</a:t>
            </a:r>
          </a:p>
        </p:txBody>
      </p:sp>
      <p:sp>
        <p:nvSpPr>
          <p:cNvPr id="20" name="BadgePython"/>
          <p:cNvSpPr/>
          <p:nvPr/>
        </p:nvSpPr>
        <p:spPr>
          <a:xfrm>
            <a:off x="685800" y="5181600"/>
            <a:ext cx="1371600" cy="41148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21" name="BadgePowerBI"/>
          <p:cNvSpPr/>
          <p:nvPr/>
        </p:nvSpPr>
        <p:spPr>
          <a:xfrm>
            <a:off x="2194560" y="5181600"/>
            <a:ext cx="1371600" cy="411480"/>
          </a:xfrm>
          <a:prstGeom prst="roundRect">
            <a:avLst>
              <a:gd name="adj" fmla="val 16667"/>
            </a:avLst>
          </a:prstGeom>
          <a:solidFill>
            <a:srgbClr val="F2C81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1A1A1A"/>
                </a:solidFill>
                <a:latin typeface="Calibri"/>
              </a:rPr>
              <a:t>Power BI</a:t>
            </a:r>
          </a:p>
        </p:txBody>
      </p:sp>
      <p:sp>
        <p:nvSpPr>
          <p:cNvPr id="22" name="BadgePandas"/>
          <p:cNvSpPr/>
          <p:nvPr/>
        </p:nvSpPr>
        <p:spPr>
          <a:xfrm>
            <a:off x="3703320" y="5181600"/>
            <a:ext cx="1371600" cy="411480"/>
          </a:xfrm>
          <a:prstGeom prst="roundRect">
            <a:avLst>
              <a:gd name="adj" fmla="val 16667"/>
            </a:avLst>
          </a:prstGeom>
          <a:solidFill>
            <a:srgbClr val="15045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Pandas</a:t>
            </a:r>
          </a:p>
        </p:txBody>
      </p:sp>
      <p:sp>
        <p:nvSpPr>
          <p:cNvPr id="23" name="BadgeMatplotlib"/>
          <p:cNvSpPr/>
          <p:nvPr/>
        </p:nvSpPr>
        <p:spPr>
          <a:xfrm>
            <a:off x="5212080" y="5181600"/>
            <a:ext cx="1371600" cy="411480"/>
          </a:xfrm>
          <a:prstGeom prst="roundRect">
            <a:avLst>
              <a:gd name="adj" fmla="val 16667"/>
            </a:avLst>
          </a:prstGeom>
          <a:solidFill>
            <a:srgbClr val="11557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Plotly</a:t>
            </a:r>
          </a:p>
        </p:txBody>
      </p:sp>
      <p:sp>
        <p:nvSpPr>
          <p:cNvPr id="30" name="BottomBar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"/>
          <p:cNvSpPr/>
          <p:nvPr/>
        </p:nvSpPr>
        <p:spPr>
          <a:xfrm>
            <a:off x="685800" y="3657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Georgia"/>
              </a:rPr>
              <a:t>Project Objective</a:t>
            </a:r>
          </a:p>
        </p:txBody>
      </p:sp>
      <p:sp>
        <p:nvSpPr>
          <p:cNvPr id="51" name="TitleDivider"/>
          <p:cNvSpPr/>
          <p:nvPr/>
        </p:nvSpPr>
        <p:spPr>
          <a:xfrm>
            <a:off x="685800" y="1005840"/>
            <a:ext cx="1371600" cy="27432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IntroText"/>
          <p:cNvSpPr/>
          <p:nvPr/>
        </p:nvSpPr>
        <p:spPr>
          <a:xfrm>
            <a:off x="685800" y="114300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</a:pPr>
            <a:r>
              <a:rPr lang="en-US" sz="1400">
                <a:solidFill>
                  <a:srgbClr val="8FA3C4"/>
                </a:solidFill>
                <a:latin typeface="Calibri"/>
              </a:rPr>
              <a:t>This project analyzes how Tamil Nadu’s political landscape changed between the 2021 and 2026 elections using regional, constituency, and vote-share level analysis.</a:t>
            </a:r>
          </a:p>
        </p:txBody>
      </p:sp>
      <p:sp>
        <p:nvSpPr>
          <p:cNvPr id="10" name="Card1Bg"/>
          <p:cNvSpPr/>
          <p:nvPr/>
        </p:nvSpPr>
        <p:spPr>
          <a:xfrm>
            <a:off x="685800" y="2057400"/>
            <a:ext cx="3771900" cy="192024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 w="1270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Card1Accent"/>
          <p:cNvSpPr/>
          <p:nvPr/>
        </p:nvSpPr>
        <p:spPr>
          <a:xfrm>
            <a:off x="685800" y="2057400"/>
            <a:ext cx="3771900" cy="45720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Card1Num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E8443A"/>
                </a:solidFill>
                <a:latin typeface="Georgia"/>
              </a:rPr>
              <a:t>01</a:t>
            </a:r>
          </a:p>
        </p:txBody>
      </p:sp>
      <p:sp>
        <p:nvSpPr>
          <p:cNvPr id="13" name="Card1Title"/>
          <p:cNvSpPr/>
          <p:nvPr/>
        </p:nvSpPr>
        <p:spPr>
          <a:xfrm>
            <a:off x="914400" y="2834640"/>
            <a:ext cx="33147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</a:rPr>
              <a:t>Regional Political Shifts</a:t>
            </a:r>
          </a:p>
        </p:txBody>
      </p:sp>
      <p:sp>
        <p:nvSpPr>
          <p:cNvPr id="14" name="Card1Body"/>
          <p:cNvSpPr/>
          <p:nvPr/>
        </p:nvSpPr>
        <p:spPr>
          <a:xfrm>
            <a:off x="914400" y="3200400"/>
            <a:ext cx="33147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</a:pPr>
            <a:r>
              <a:rPr lang="en-US" sz="1100">
                <a:solidFill>
                  <a:srgbClr val="B0C4DE"/>
                </a:solidFill>
                <a:latin typeface="Calibri"/>
              </a:rPr>
              <a:t>Analyze how party dominance changed across Tamil Nadu’s six regions.</a:t>
            </a:r>
          </a:p>
        </p:txBody>
      </p:sp>
      <p:sp>
        <p:nvSpPr>
          <p:cNvPr id="20" name="Card2Bg"/>
          <p:cNvSpPr/>
          <p:nvPr/>
        </p:nvSpPr>
        <p:spPr>
          <a:xfrm>
            <a:off x="4686300" y="2057400"/>
            <a:ext cx="3771900" cy="192024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 w="1270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Card2Accent"/>
          <p:cNvSpPr/>
          <p:nvPr/>
        </p:nvSpPr>
        <p:spPr>
          <a:xfrm>
            <a:off x="4686300" y="2057400"/>
            <a:ext cx="3771900" cy="45720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Card2Num"/>
          <p:cNvSpPr/>
          <p:nvPr/>
        </p:nvSpPr>
        <p:spPr>
          <a:xfrm>
            <a:off x="4914900" y="2286000"/>
            <a:ext cx="457200" cy="45720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E8443A"/>
                </a:solidFill>
                <a:latin typeface="Georgia"/>
              </a:rPr>
              <a:t>02</a:t>
            </a:r>
          </a:p>
        </p:txBody>
      </p:sp>
      <p:sp>
        <p:nvSpPr>
          <p:cNvPr id="23" name="Card2Title"/>
          <p:cNvSpPr/>
          <p:nvPr/>
        </p:nvSpPr>
        <p:spPr>
          <a:xfrm>
            <a:off x="4914900" y="2834640"/>
            <a:ext cx="33147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</a:rPr>
              <a:t>Constituency Volatility</a:t>
            </a:r>
          </a:p>
        </p:txBody>
      </p:sp>
      <p:sp>
        <p:nvSpPr>
          <p:cNvPr id="24" name="Card2Body"/>
          <p:cNvSpPr/>
          <p:nvPr/>
        </p:nvSpPr>
        <p:spPr>
          <a:xfrm>
            <a:off x="4914900" y="3200400"/>
            <a:ext cx="33147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</a:pPr>
            <a:r>
              <a:rPr lang="en-US" sz="1100">
                <a:solidFill>
                  <a:srgbClr val="B0C4DE"/>
                </a:solidFill>
                <a:latin typeface="Calibri"/>
              </a:rPr>
              <a:t>Identify constituencies and regions where electoral control changed hands.</a:t>
            </a:r>
          </a:p>
        </p:txBody>
      </p:sp>
      <p:sp>
        <p:nvSpPr>
          <p:cNvPr id="30" name="Card3Bg"/>
          <p:cNvSpPr/>
          <p:nvPr/>
        </p:nvSpPr>
        <p:spPr>
          <a:xfrm>
            <a:off x="685800" y="4206240"/>
            <a:ext cx="3771900" cy="192024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 w="1270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3Accent"/>
          <p:cNvSpPr/>
          <p:nvPr/>
        </p:nvSpPr>
        <p:spPr>
          <a:xfrm>
            <a:off x="685800" y="4206240"/>
            <a:ext cx="3771900" cy="45720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Card3Num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E8443A"/>
                </a:solidFill>
                <a:latin typeface="Georgia"/>
              </a:rPr>
              <a:t>03</a:t>
            </a:r>
          </a:p>
        </p:txBody>
      </p:sp>
      <p:sp>
        <p:nvSpPr>
          <p:cNvPr id="33" name="Card3Title"/>
          <p:cNvSpPr/>
          <p:nvPr/>
        </p:nvSpPr>
        <p:spPr>
          <a:xfrm>
            <a:off x="914400" y="4983480"/>
            <a:ext cx="33147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</a:rPr>
              <a:t>Vote Redistribution</a:t>
            </a:r>
          </a:p>
        </p:txBody>
      </p:sp>
      <p:sp>
        <p:nvSpPr>
          <p:cNvPr id="34" name="Card3Body"/>
          <p:cNvSpPr/>
          <p:nvPr/>
        </p:nvSpPr>
        <p:spPr>
          <a:xfrm>
            <a:off x="914400" y="5349240"/>
            <a:ext cx="33147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</a:pPr>
            <a:r>
              <a:rPr lang="en-US" sz="1100">
                <a:solidFill>
                  <a:srgbClr val="B0C4DE"/>
                </a:solidFill>
                <a:latin typeface="Calibri"/>
              </a:rPr>
              <a:t>Compare party-wise vote gains and losses between elections.</a:t>
            </a:r>
          </a:p>
        </p:txBody>
      </p:sp>
      <p:sp>
        <p:nvSpPr>
          <p:cNvPr id="40" name="Card4Bg"/>
          <p:cNvSpPr/>
          <p:nvPr/>
        </p:nvSpPr>
        <p:spPr>
          <a:xfrm>
            <a:off x="4686300" y="4206240"/>
            <a:ext cx="3771900" cy="192024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 w="1270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Card4Accent"/>
          <p:cNvSpPr/>
          <p:nvPr/>
        </p:nvSpPr>
        <p:spPr>
          <a:xfrm>
            <a:off x="4686300" y="4206240"/>
            <a:ext cx="3771900" cy="45720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2" name="Card4Num"/>
          <p:cNvSpPr/>
          <p:nvPr/>
        </p:nvSpPr>
        <p:spPr>
          <a:xfrm>
            <a:off x="4914900" y="4434840"/>
            <a:ext cx="457200" cy="45720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E8443A"/>
                </a:solidFill>
                <a:latin typeface="Georgia"/>
              </a:rPr>
              <a:t>04</a:t>
            </a:r>
          </a:p>
        </p:txBody>
      </p:sp>
      <p:sp>
        <p:nvSpPr>
          <p:cNvPr id="43" name="Card4Title"/>
          <p:cNvSpPr/>
          <p:nvPr/>
        </p:nvSpPr>
        <p:spPr>
          <a:xfrm>
            <a:off x="4914900" y="4983480"/>
            <a:ext cx="33147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</a:rPr>
              <a:t>TVK Emergence</a:t>
            </a:r>
          </a:p>
        </p:txBody>
      </p:sp>
      <p:sp>
        <p:nvSpPr>
          <p:cNvPr id="44" name="Card4Body"/>
          <p:cNvSpPr/>
          <p:nvPr/>
        </p:nvSpPr>
        <p:spPr>
          <a:xfrm>
            <a:off x="4914900" y="5349240"/>
            <a:ext cx="33147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</a:pPr>
            <a:r>
              <a:rPr lang="en-US" sz="1100">
                <a:solidFill>
                  <a:srgbClr val="B0C4DE"/>
                </a:solidFill>
                <a:latin typeface="Calibri"/>
              </a:rPr>
              <a:t>Examine the rise of TVK as a statewide electoral force in 2026.</a:t>
            </a:r>
          </a:p>
        </p:txBody>
      </p:sp>
      <p:sp>
        <p:nvSpPr>
          <p:cNvPr id="60" name="BottomBar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"/>
          <p:cNvSpPr/>
          <p:nvPr/>
        </p:nvSpPr>
        <p:spPr>
          <a:xfrm>
            <a:off x="685800" y="3657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Georgia"/>
              </a:rPr>
              <a:t>Methodology</a:t>
            </a:r>
          </a:p>
        </p:txBody>
      </p:sp>
      <p:sp>
        <p:nvSpPr>
          <p:cNvPr id="91" name="TitleDiv"/>
          <p:cNvSpPr/>
          <p:nvPr/>
        </p:nvSpPr>
        <p:spPr>
          <a:xfrm>
            <a:off x="685800" y="1005840"/>
            <a:ext cx="1371600" cy="27432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Step1Bg"/>
          <p:cNvSpPr/>
          <p:nvPr/>
        </p:nvSpPr>
        <p:spPr>
          <a:xfrm>
            <a:off x="685800" y="1371600"/>
            <a:ext cx="1371600" cy="274320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 w="12700">
            <a:solidFill>
              <a:srgbClr val="1E3454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Step1Num"/>
          <p:cNvSpPr/>
          <p:nvPr/>
        </p:nvSpPr>
        <p:spPr>
          <a:xfrm>
            <a:off x="1097280" y="1554480"/>
            <a:ext cx="365760" cy="365760"/>
          </a:xfrm>
          <a:prstGeom prst="ellipse">
            <a:avLst/>
          </a:prstGeom>
          <a:solidFill>
            <a:srgbClr val="E8443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Step1Title"/>
          <p:cNvSpPr/>
          <p:nvPr/>
        </p:nvSpPr>
        <p:spPr>
          <a:xfrm>
            <a:off x="822960" y="20116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Data Collection</a:t>
            </a:r>
          </a:p>
        </p:txBody>
      </p:sp>
      <p:sp>
        <p:nvSpPr>
          <p:cNvPr id="13" name="Step1Desc"/>
          <p:cNvSpPr/>
          <p:nvPr/>
        </p:nvSpPr>
        <p:spPr>
          <a:xfrm>
            <a:off x="822960" y="246888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1600"/>
              </a:lnSpc>
            </a:pPr>
            <a:r>
              <a:rPr lang="en-US" sz="1000" dirty="0">
                <a:solidFill>
                  <a:srgbClr val="B0C4DE"/>
                </a:solidFill>
                <a:latin typeface="Calibri"/>
              </a:rPr>
              <a:t>Compiled 2021 and 2026</a:t>
            </a:r>
            <a:r>
              <a:rPr lang="en-US" sz="1000">
                <a:solidFill>
                  <a:srgbClr val="B0C4DE"/>
                </a:solidFill>
                <a:latin typeface="Calibri"/>
              </a:rPr>
              <a:t> election datasets.</a:t>
            </a:r>
          </a:p>
        </p:txBody>
      </p:sp>
      <p:sp>
        <p:nvSpPr>
          <p:cNvPr id="14" name="Step1Tag"/>
          <p:cNvSpPr/>
          <p:nvPr/>
        </p:nvSpPr>
        <p:spPr>
          <a:xfrm>
            <a:off x="1005840" y="3657600"/>
            <a:ext cx="731520" cy="274320"/>
          </a:xfrm>
          <a:prstGeom prst="roundRect">
            <a:avLst>
              <a:gd name="adj" fmla="val 25000"/>
            </a:avLst>
          </a:prstGeom>
          <a:solidFill>
            <a:srgbClr val="0F1B33"/>
          </a:solidFill>
          <a:ln w="9525">
            <a:solidFill>
              <a:srgbClr val="2A4A6B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8FA3C4"/>
                </a:solidFill>
                <a:latin typeface="Calibri"/>
              </a:rPr>
              <a:t>CSV • Python</a:t>
            </a:r>
          </a:p>
        </p:txBody>
      </p:sp>
      <p:sp>
        <p:nvSpPr>
          <p:cNvPr id="15" name="Arrow1"/>
          <p:cNvSpPr/>
          <p:nvPr/>
        </p:nvSpPr>
        <p:spPr>
          <a:xfrm>
            <a:off x="2057400" y="2583180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443A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Step2Bg"/>
          <p:cNvSpPr/>
          <p:nvPr/>
        </p:nvSpPr>
        <p:spPr>
          <a:xfrm>
            <a:off x="2286000" y="1371600"/>
            <a:ext cx="1371600" cy="274320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 w="12700">
            <a:solidFill>
              <a:srgbClr val="1E3454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" name="Step2Num"/>
          <p:cNvSpPr/>
          <p:nvPr/>
        </p:nvSpPr>
        <p:spPr>
          <a:xfrm>
            <a:off x="2697480" y="1554480"/>
            <a:ext cx="365760" cy="365760"/>
          </a:xfrm>
          <a:prstGeom prst="ellipse">
            <a:avLst/>
          </a:prstGeom>
          <a:solidFill>
            <a:srgbClr val="E8443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Step2Title"/>
          <p:cNvSpPr/>
          <p:nvPr/>
        </p:nvSpPr>
        <p:spPr>
          <a:xfrm>
            <a:off x="2423160" y="20116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Data Cleaning</a:t>
            </a:r>
          </a:p>
        </p:txBody>
      </p:sp>
      <p:sp>
        <p:nvSpPr>
          <p:cNvPr id="23" name="Step2Desc"/>
          <p:cNvSpPr/>
          <p:nvPr/>
        </p:nvSpPr>
        <p:spPr>
          <a:xfrm>
            <a:off x="2423160" y="246888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1600"/>
              </a:lnSpc>
            </a:pPr>
            <a:r>
              <a:rPr lang="en-US" sz="900" dirty="0">
                <a:solidFill>
                  <a:srgbClr val="B0C4DE"/>
                </a:solidFill>
                <a:latin typeface="Calibri"/>
              </a:rPr>
              <a:t>Cleaned constituency, party, and regional data</a:t>
            </a:r>
            <a:r>
              <a:rPr lang="en-US" sz="900">
                <a:solidFill>
                  <a:srgbClr val="B0C4DE"/>
                </a:solidFill>
                <a:latin typeface="Calibri"/>
              </a:rPr>
              <a:t> for consistency</a:t>
            </a:r>
            <a:r>
              <a:rPr lang="en-US" sz="900" dirty="0">
                <a:solidFill>
                  <a:srgbClr val="B0C4DE"/>
                </a:solidFill>
                <a:latin typeface="Calibri"/>
              </a:rPr>
              <a:t>.</a:t>
            </a:r>
          </a:p>
        </p:txBody>
      </p:sp>
      <p:sp>
        <p:nvSpPr>
          <p:cNvPr id="24" name="Step2Tag"/>
          <p:cNvSpPr/>
          <p:nvPr/>
        </p:nvSpPr>
        <p:spPr>
          <a:xfrm>
            <a:off x="2606040" y="3657600"/>
            <a:ext cx="731520" cy="274320"/>
          </a:xfrm>
          <a:prstGeom prst="roundRect">
            <a:avLst>
              <a:gd name="adj" fmla="val 25000"/>
            </a:avLst>
          </a:prstGeom>
          <a:solidFill>
            <a:srgbClr val="0F1B33"/>
          </a:solidFill>
          <a:ln w="9525">
            <a:solidFill>
              <a:srgbClr val="2A4A6B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8FA3C4"/>
                </a:solidFill>
                <a:latin typeface="Calibri"/>
              </a:rPr>
              <a:t>Pandas</a:t>
            </a:r>
          </a:p>
        </p:txBody>
      </p:sp>
      <p:sp>
        <p:nvSpPr>
          <p:cNvPr id="25" name="Arrow2"/>
          <p:cNvSpPr/>
          <p:nvPr/>
        </p:nvSpPr>
        <p:spPr>
          <a:xfrm>
            <a:off x="3657600" y="2583180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443A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0" name="Step3Bg"/>
          <p:cNvSpPr/>
          <p:nvPr/>
        </p:nvSpPr>
        <p:spPr>
          <a:xfrm>
            <a:off x="3886200" y="1371600"/>
            <a:ext cx="1371600" cy="274320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 w="12700">
            <a:solidFill>
              <a:srgbClr val="1E3454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1" name="Step3Num"/>
          <p:cNvSpPr/>
          <p:nvPr/>
        </p:nvSpPr>
        <p:spPr>
          <a:xfrm>
            <a:off x="4297680" y="1554480"/>
            <a:ext cx="365760" cy="365760"/>
          </a:xfrm>
          <a:prstGeom prst="ellipse">
            <a:avLst/>
          </a:prstGeom>
          <a:solidFill>
            <a:srgbClr val="E8443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Step3Title"/>
          <p:cNvSpPr/>
          <p:nvPr/>
        </p:nvSpPr>
        <p:spPr>
          <a:xfrm>
            <a:off x="4023360" y="20116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Election Comparison</a:t>
            </a:r>
          </a:p>
        </p:txBody>
      </p:sp>
      <p:sp>
        <p:nvSpPr>
          <p:cNvPr id="33" name="Step3Desc"/>
          <p:cNvSpPr/>
          <p:nvPr/>
        </p:nvSpPr>
        <p:spPr>
          <a:xfrm>
            <a:off x="4023360" y="246888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1600"/>
              </a:lnSpc>
            </a:pPr>
            <a:r>
              <a:rPr lang="en-US" sz="900">
                <a:solidFill>
                  <a:srgbClr val="B0C4DE"/>
                </a:solidFill>
                <a:latin typeface="Calibri"/>
              </a:rPr>
              <a:t>Compared winners, votes, and seat changes across elections.</a:t>
            </a:r>
          </a:p>
        </p:txBody>
      </p:sp>
      <p:sp>
        <p:nvSpPr>
          <p:cNvPr id="34" name="Step3Tag"/>
          <p:cNvSpPr/>
          <p:nvPr/>
        </p:nvSpPr>
        <p:spPr>
          <a:xfrm>
            <a:off x="4206240" y="3657600"/>
            <a:ext cx="731520" cy="274320"/>
          </a:xfrm>
          <a:prstGeom prst="roundRect">
            <a:avLst>
              <a:gd name="adj" fmla="val 25000"/>
            </a:avLst>
          </a:prstGeom>
          <a:solidFill>
            <a:srgbClr val="0F1B33"/>
          </a:solidFill>
          <a:ln w="9525">
            <a:solidFill>
              <a:srgbClr val="2A4A6B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8FA3C4"/>
                </a:solidFill>
                <a:latin typeface="Calibri"/>
              </a:rPr>
              <a:t>Python</a:t>
            </a:r>
          </a:p>
        </p:txBody>
      </p:sp>
      <p:sp>
        <p:nvSpPr>
          <p:cNvPr id="35" name="Arrow3"/>
          <p:cNvSpPr/>
          <p:nvPr/>
        </p:nvSpPr>
        <p:spPr>
          <a:xfrm>
            <a:off x="5257800" y="2583180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443A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tep4Bg"/>
          <p:cNvSpPr/>
          <p:nvPr/>
        </p:nvSpPr>
        <p:spPr>
          <a:xfrm>
            <a:off x="5486400" y="1371600"/>
            <a:ext cx="1371600" cy="274320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 w="12700">
            <a:solidFill>
              <a:srgbClr val="1E3454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1" name="Step4Num"/>
          <p:cNvSpPr/>
          <p:nvPr/>
        </p:nvSpPr>
        <p:spPr>
          <a:xfrm>
            <a:off x="5897880" y="1554480"/>
            <a:ext cx="365760" cy="365760"/>
          </a:xfrm>
          <a:prstGeom prst="ellipse">
            <a:avLst/>
          </a:prstGeom>
          <a:solidFill>
            <a:srgbClr val="E8443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2" name="Step4Title"/>
          <p:cNvSpPr/>
          <p:nvPr/>
        </p:nvSpPr>
        <p:spPr>
          <a:xfrm>
            <a:off x="5623560" y="20116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1600"/>
              </a:lnSpc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Regional &amp; Vote Analysis</a:t>
            </a:r>
          </a:p>
        </p:txBody>
      </p:sp>
      <p:sp>
        <p:nvSpPr>
          <p:cNvPr id="43" name="Step4Desc"/>
          <p:cNvSpPr/>
          <p:nvPr/>
        </p:nvSpPr>
        <p:spPr>
          <a:xfrm>
            <a:off x="5623560" y="246888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1600"/>
              </a:lnSpc>
            </a:pPr>
            <a:r>
              <a:rPr lang="en-US" sz="900">
                <a:solidFill>
                  <a:srgbClr val="B0C4DE"/>
                </a:solidFill>
                <a:latin typeface="Calibri"/>
              </a:rPr>
              <a:t>Aggregated results by region to study fragmentation and redistribution.</a:t>
            </a:r>
          </a:p>
        </p:txBody>
      </p:sp>
      <p:sp>
        <p:nvSpPr>
          <p:cNvPr id="44" name="Step4Tag"/>
          <p:cNvSpPr/>
          <p:nvPr/>
        </p:nvSpPr>
        <p:spPr>
          <a:xfrm>
            <a:off x="5806440" y="3657600"/>
            <a:ext cx="731520" cy="274320"/>
          </a:xfrm>
          <a:prstGeom prst="roundRect">
            <a:avLst>
              <a:gd name="adj" fmla="val 25000"/>
            </a:avLst>
          </a:prstGeom>
          <a:solidFill>
            <a:srgbClr val="0F1B33"/>
          </a:solidFill>
          <a:ln w="9525">
            <a:solidFill>
              <a:srgbClr val="2A4A6B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8FA3C4"/>
                </a:solidFill>
                <a:latin typeface="Calibri"/>
              </a:rPr>
              <a:t>Pandas</a:t>
            </a:r>
          </a:p>
        </p:txBody>
      </p:sp>
      <p:sp>
        <p:nvSpPr>
          <p:cNvPr id="45" name="Arrow4"/>
          <p:cNvSpPr/>
          <p:nvPr/>
        </p:nvSpPr>
        <p:spPr>
          <a:xfrm>
            <a:off x="6858000" y="2583180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443A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0" name="Step5Bg"/>
          <p:cNvSpPr/>
          <p:nvPr/>
        </p:nvSpPr>
        <p:spPr>
          <a:xfrm>
            <a:off x="7086600" y="1371600"/>
            <a:ext cx="1371600" cy="274320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 w="12700">
            <a:solidFill>
              <a:srgbClr val="1E3454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1" name="Step5Num"/>
          <p:cNvSpPr/>
          <p:nvPr/>
        </p:nvSpPr>
        <p:spPr>
          <a:xfrm>
            <a:off x="7498080" y="1554480"/>
            <a:ext cx="365760" cy="365760"/>
          </a:xfrm>
          <a:prstGeom prst="ellipse">
            <a:avLst/>
          </a:prstGeom>
          <a:solidFill>
            <a:srgbClr val="E8443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2" name="Step5Title"/>
          <p:cNvSpPr/>
          <p:nvPr/>
        </p:nvSpPr>
        <p:spPr>
          <a:xfrm>
            <a:off x="7223760" y="20116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1600"/>
              </a:lnSpc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Power BI Storytelling</a:t>
            </a:r>
          </a:p>
        </p:txBody>
      </p:sp>
      <p:sp>
        <p:nvSpPr>
          <p:cNvPr id="53" name="Step5Desc"/>
          <p:cNvSpPr/>
          <p:nvPr/>
        </p:nvSpPr>
        <p:spPr>
          <a:xfrm>
            <a:off x="7223760" y="246888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1600"/>
              </a:lnSpc>
            </a:pPr>
            <a:r>
              <a:rPr lang="en-US" sz="900">
                <a:solidFill>
                  <a:srgbClr val="B0C4DE"/>
                </a:solidFill>
                <a:latin typeface="Calibri"/>
              </a:rPr>
              <a:t>Built storytelling dashboards to communicate insights visually.</a:t>
            </a:r>
          </a:p>
        </p:txBody>
      </p:sp>
      <p:sp>
        <p:nvSpPr>
          <p:cNvPr id="54" name="Step5Tag"/>
          <p:cNvSpPr/>
          <p:nvPr/>
        </p:nvSpPr>
        <p:spPr>
          <a:xfrm>
            <a:off x="7406640" y="3657600"/>
            <a:ext cx="731520" cy="274320"/>
          </a:xfrm>
          <a:prstGeom prst="roundRect">
            <a:avLst>
              <a:gd name="adj" fmla="val 25000"/>
            </a:avLst>
          </a:prstGeom>
          <a:solidFill>
            <a:srgbClr val="0F1B33"/>
          </a:solidFill>
          <a:ln w="9525">
            <a:solidFill>
              <a:srgbClr val="2A4A6B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8FA3C4"/>
                </a:solidFill>
                <a:latin typeface="Calibri"/>
              </a:rPr>
              <a:t>Power BI</a:t>
            </a:r>
          </a:p>
        </p:txBody>
      </p:sp>
      <p:sp>
        <p:nvSpPr>
          <p:cNvPr id="60" name="ToolsSectionLabel"/>
          <p:cNvSpPr/>
          <p:nvPr/>
        </p:nvSpPr>
        <p:spPr>
          <a:xfrm>
            <a:off x="685800" y="45720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000" b="1" spc="200">
                <a:solidFill>
                  <a:srgbClr val="8FA3C4"/>
                </a:solidFill>
                <a:latin typeface="Calibri"/>
              </a:rPr>
              <a:t>TOOLS USED</a:t>
            </a:r>
          </a:p>
        </p:txBody>
      </p:sp>
      <p:sp>
        <p:nvSpPr>
          <p:cNvPr id="61" name="ToolsSep"/>
          <p:cNvSpPr/>
          <p:nvPr/>
        </p:nvSpPr>
        <p:spPr>
          <a:xfrm>
            <a:off x="685800" y="4891080"/>
            <a:ext cx="7772400" cy="9144"/>
          </a:xfrm>
          <a:prstGeom prst="rect">
            <a:avLst/>
          </a:prstGeom>
          <a:solidFill>
            <a:srgbClr val="1E345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0" name="Tool1"/>
          <p:cNvSpPr/>
          <p:nvPr/>
        </p:nvSpPr>
        <p:spPr>
          <a:xfrm>
            <a:off x="685800" y="5029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Calibri"/>
              </a:rPr>
              <a:t>Python</a:t>
            </a:r>
          </a:p>
          <a:p>
            <a:pPr algn="l"/>
            <a:r>
              <a:rPr lang="en-US" sz="900">
                <a:solidFill>
                  <a:srgbClr val="B0C4DE"/>
                </a:solidFill>
                <a:latin typeface="Calibri"/>
              </a:rPr>
              <a:t>Data Processing</a:t>
            </a:r>
          </a:p>
        </p:txBody>
      </p:sp>
      <p:sp>
        <p:nvSpPr>
          <p:cNvPr id="71" name="Tool2"/>
          <p:cNvSpPr/>
          <p:nvPr/>
        </p:nvSpPr>
        <p:spPr>
          <a:xfrm>
            <a:off x="2743200" y="5029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Calibri"/>
              </a:rPr>
              <a:t>Pandas</a:t>
            </a:r>
          </a:p>
          <a:p>
            <a:pPr algn="l"/>
            <a:r>
              <a:rPr lang="en-US" sz="900">
                <a:solidFill>
                  <a:srgbClr val="B0C4DE"/>
                </a:solidFill>
                <a:latin typeface="Calibri"/>
              </a:rPr>
              <a:t>Cleaning &amp; Aggregation</a:t>
            </a:r>
          </a:p>
        </p:txBody>
      </p:sp>
      <p:sp>
        <p:nvSpPr>
          <p:cNvPr id="72" name="Tool3"/>
          <p:cNvSpPr/>
          <p:nvPr/>
        </p:nvSpPr>
        <p:spPr>
          <a:xfrm>
            <a:off x="4800600" y="5029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Calibri"/>
              </a:rPr>
              <a:t>Plotly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n-US" sz="900">
                <a:solidFill>
                  <a:srgbClr val="B0C4DE"/>
                </a:solidFill>
                <a:latin typeface="Calibri"/>
              </a:rPr>
              <a:t>Exploratory Visualization</a:t>
            </a:r>
          </a:p>
        </p:txBody>
      </p:sp>
      <p:sp>
        <p:nvSpPr>
          <p:cNvPr id="73" name="Tool4"/>
          <p:cNvSpPr/>
          <p:nvPr/>
        </p:nvSpPr>
        <p:spPr>
          <a:xfrm>
            <a:off x="6858000" y="5029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Calibri"/>
              </a:rPr>
              <a:t>Power BI</a:t>
            </a:r>
          </a:p>
          <a:p>
            <a:pPr algn="l"/>
            <a:r>
              <a:rPr lang="en-US" sz="900">
                <a:solidFill>
                  <a:srgbClr val="B0C4DE"/>
                </a:solidFill>
                <a:latin typeface="Calibri"/>
              </a:rPr>
              <a:t>Dashboard Storytelling</a:t>
            </a:r>
          </a:p>
        </p:txBody>
      </p:sp>
      <p:sp>
        <p:nvSpPr>
          <p:cNvPr id="80" name="BottomBar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Georgia"/>
              </a:rPr>
              <a:t>Regional Political Landscape: 2021 vs 2026</a:t>
            </a:r>
          </a:p>
        </p:txBody>
      </p:sp>
      <p:sp>
        <p:nvSpPr>
          <p:cNvPr id="91" name="TitleDiv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DashboardPlaceholder"/>
          <p:cNvSpPr/>
          <p:nvPr/>
        </p:nvSpPr>
        <p:spPr>
          <a:xfrm>
            <a:off x="457200" y="1143000"/>
            <a:ext cx="5943600" cy="5257800"/>
          </a:xfrm>
          <a:prstGeom prst="roundRect">
            <a:avLst>
              <a:gd name="adj" fmla="val 2000"/>
            </a:avLst>
          </a:prstGeom>
          <a:noFill/>
          <a:ln w="19050" cap="flat" cmpd="sng">
            <a:solidFill>
              <a:srgbClr val="1E3454"/>
            </a:solidFill>
            <a:prstDash val="dash"/>
          </a:ln>
        </p:spPr>
        <p:txBody>
          <a:bodyPr lIns="108000"/>
          <a:lstStyle/>
          <a:p>
            <a:endParaRPr lang="en-GB"/>
          </a:p>
        </p:txBody>
      </p:sp>
      <p:sp>
        <p:nvSpPr>
          <p:cNvPr id="20" name="InsightsPanelBg"/>
          <p:cNvSpPr/>
          <p:nvPr/>
        </p:nvSpPr>
        <p:spPr>
          <a:xfrm>
            <a:off x="6858000" y="1143000"/>
            <a:ext cx="2057400" cy="5257800"/>
          </a:xfrm>
          <a:prstGeom prst="roundRect">
            <a:avLst>
              <a:gd name="adj" fmla="val 3000"/>
            </a:avLst>
          </a:prstGeom>
          <a:solidFill>
            <a:srgbClr val="172843"/>
          </a:solidFill>
          <a:ln w="1270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InsightsAccent"/>
          <p:cNvSpPr/>
          <p:nvPr/>
        </p:nvSpPr>
        <p:spPr>
          <a:xfrm>
            <a:off x="6858000" y="1143000"/>
            <a:ext cx="2057400" cy="45720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InsightsTitle"/>
          <p:cNvSpPr/>
          <p:nvPr/>
        </p:nvSpPr>
        <p:spPr>
          <a:xfrm>
            <a:off x="7086600" y="137160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100" b="1" spc="150" dirty="0">
                <a:solidFill>
                  <a:srgbClr val="E8443A"/>
                </a:solidFill>
                <a:latin typeface="Calibri"/>
              </a:rPr>
              <a:t>KEY INSIGHTS</a:t>
            </a:r>
          </a:p>
        </p:txBody>
      </p:sp>
      <p:sp>
        <p:nvSpPr>
          <p:cNvPr id="30" name="Insight1Num"/>
          <p:cNvSpPr/>
          <p:nvPr/>
        </p:nvSpPr>
        <p:spPr>
          <a:xfrm>
            <a:off x="7086600" y="192024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1</a:t>
            </a:r>
          </a:p>
        </p:txBody>
      </p:sp>
      <p:sp>
        <p:nvSpPr>
          <p:cNvPr id="31" name="Insight1Text"/>
          <p:cNvSpPr/>
          <p:nvPr/>
        </p:nvSpPr>
        <p:spPr>
          <a:xfrm>
            <a:off x="7452360" y="18745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CBD8EA"/>
                </a:solidFill>
                <a:latin typeface="Calibri"/>
              </a:rPr>
              <a:t>DMK dominated most regions in 2021 but lost ground across the board.</a:t>
            </a:r>
          </a:p>
        </p:txBody>
      </p:sp>
      <p:sp>
        <p:nvSpPr>
          <p:cNvPr id="32" name="Insight2Num"/>
          <p:cNvSpPr/>
          <p:nvPr/>
        </p:nvSpPr>
        <p:spPr>
          <a:xfrm>
            <a:off x="7086600" y="269748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2</a:t>
            </a:r>
          </a:p>
        </p:txBody>
      </p:sp>
      <p:sp>
        <p:nvSpPr>
          <p:cNvPr id="33" name="Insight2Text"/>
          <p:cNvSpPr/>
          <p:nvPr/>
        </p:nvSpPr>
        <p:spPr>
          <a:xfrm>
            <a:off x="7452360" y="265176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CBD8EA"/>
                </a:solidFill>
                <a:latin typeface="Calibri"/>
              </a:rPr>
              <a:t>TVK emerged strongly in Chennai Metro and South in 2026.</a:t>
            </a:r>
          </a:p>
        </p:txBody>
      </p:sp>
      <p:sp>
        <p:nvSpPr>
          <p:cNvPr id="34" name="Insight3Num"/>
          <p:cNvSpPr/>
          <p:nvPr/>
        </p:nvSpPr>
        <p:spPr>
          <a:xfrm>
            <a:off x="7086600" y="347472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3</a:t>
            </a:r>
          </a:p>
        </p:txBody>
      </p:sp>
      <p:sp>
        <p:nvSpPr>
          <p:cNvPr id="35" name="Insight3Text"/>
          <p:cNvSpPr/>
          <p:nvPr/>
        </p:nvSpPr>
        <p:spPr>
          <a:xfrm>
            <a:off x="7452360" y="342900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 dirty="0">
                <a:solidFill>
                  <a:srgbClr val="CBD8EA"/>
                </a:solidFill>
                <a:latin typeface="Calibri"/>
              </a:rPr>
              <a:t>Regional political competition intensified across Tamil Nadu.</a:t>
            </a:r>
          </a:p>
        </p:txBody>
      </p:sp>
      <p:sp>
        <p:nvSpPr>
          <p:cNvPr id="36" name="Insight4Num"/>
          <p:cNvSpPr/>
          <p:nvPr/>
        </p:nvSpPr>
        <p:spPr>
          <a:xfrm>
            <a:off x="7086600" y="425196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4</a:t>
            </a:r>
          </a:p>
        </p:txBody>
      </p:sp>
      <p:sp>
        <p:nvSpPr>
          <p:cNvPr id="37" name="Insight4Text"/>
          <p:cNvSpPr/>
          <p:nvPr/>
        </p:nvSpPr>
        <p:spPr>
          <a:xfrm>
            <a:off x="7452360" y="42062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CBD8EA"/>
                </a:solidFill>
                <a:latin typeface="Calibri"/>
              </a:rPr>
              <a:t>No single formation maintained uniform statewide dominance in 2026.</a:t>
            </a:r>
          </a:p>
        </p:txBody>
      </p:sp>
      <p:sp>
        <p:nvSpPr>
          <p:cNvPr id="80" name="BottomBar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98CD710-C188-20F2-D10B-56F041706C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1143000"/>
            <a:ext cx="6309360" cy="52578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"/>
          <p:cNvSpPr/>
          <p:nvPr/>
        </p:nvSpPr>
        <p:spPr>
          <a:xfrm>
            <a:off x="13716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Georgia"/>
              </a:rPr>
              <a:t>Constituency Shifts Across Tamil Nadu</a:t>
            </a:r>
          </a:p>
        </p:txBody>
      </p:sp>
      <p:sp>
        <p:nvSpPr>
          <p:cNvPr id="91" name="TitleDiv"/>
          <p:cNvSpPr/>
          <p:nvPr/>
        </p:nvSpPr>
        <p:spPr>
          <a:xfrm>
            <a:off x="137160" y="914400"/>
            <a:ext cx="1371600" cy="27432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DashboardPlaceholder"/>
          <p:cNvSpPr/>
          <p:nvPr/>
        </p:nvSpPr>
        <p:spPr>
          <a:xfrm>
            <a:off x="457200" y="1143000"/>
            <a:ext cx="5943600" cy="5257800"/>
          </a:xfrm>
          <a:prstGeom prst="roundRect">
            <a:avLst>
              <a:gd name="adj" fmla="val 2000"/>
            </a:avLst>
          </a:prstGeom>
          <a:solidFill>
            <a:srgbClr val="172843"/>
          </a:solidFill>
          <a:ln w="19050" cap="flat" cmpd="sng">
            <a:solidFill>
              <a:srgbClr val="1E3454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1" name="PlaceholderIcon"/>
          <p:cNvSpPr/>
          <p:nvPr/>
        </p:nvSpPr>
        <p:spPr>
          <a:xfrm>
            <a:off x="3063240" y="3200400"/>
            <a:ext cx="457200" cy="457200"/>
          </a:xfrm>
          <a:prstGeom prst="ellipse">
            <a:avLst/>
          </a:prstGeom>
          <a:solidFill>
            <a:srgbClr val="E8443A">
              <a:alpha val="15000"/>
            </a:srgbClr>
          </a:solidFill>
          <a:ln w="12700">
            <a:solidFill>
              <a:srgbClr val="E8443A">
                <a:alpha val="40000"/>
              </a:srgbClr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800">
                <a:solidFill>
                  <a:srgbClr val="E8443A"/>
                </a:solidFill>
                <a:latin typeface="Calibri"/>
              </a:rPr>
              <a:t>▶</a:t>
            </a:r>
          </a:p>
        </p:txBody>
      </p:sp>
      <p:sp>
        <p:nvSpPr>
          <p:cNvPr id="12" name="PlaceholderText"/>
          <p:cNvSpPr/>
          <p:nvPr/>
        </p:nvSpPr>
        <p:spPr>
          <a:xfrm>
            <a:off x="1371600" y="3749040"/>
            <a:ext cx="3886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200" b="1">
                <a:solidFill>
                  <a:srgbClr val="4A6A8A"/>
                </a:solidFill>
                <a:latin typeface="Calibri"/>
              </a:rPr>
              <a:t>Flip Story Dashboard</a:t>
            </a:r>
          </a:p>
          <a:p>
            <a:pPr algn="ctr"/>
            <a:r>
              <a:rPr lang="en-US" sz="900">
                <a:solidFill>
                  <a:srgbClr val="3A5A7A"/>
                </a:solidFill>
                <a:latin typeface="Calibri"/>
              </a:rPr>
              <a:t>Replace with Power BI screenshot</a:t>
            </a:r>
          </a:p>
        </p:txBody>
      </p:sp>
      <p:sp>
        <p:nvSpPr>
          <p:cNvPr id="20" name="InsightsPanelBg"/>
          <p:cNvSpPr/>
          <p:nvPr/>
        </p:nvSpPr>
        <p:spPr>
          <a:xfrm>
            <a:off x="6949440" y="1143000"/>
            <a:ext cx="2057400" cy="5257800"/>
          </a:xfrm>
          <a:prstGeom prst="roundRect">
            <a:avLst>
              <a:gd name="adj" fmla="val 3000"/>
            </a:avLst>
          </a:prstGeom>
          <a:solidFill>
            <a:srgbClr val="172843"/>
          </a:solidFill>
          <a:ln w="1270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InsightsAccent"/>
          <p:cNvSpPr/>
          <p:nvPr/>
        </p:nvSpPr>
        <p:spPr>
          <a:xfrm>
            <a:off x="6949440" y="1143000"/>
            <a:ext cx="2057400" cy="45720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InsightsTitle"/>
          <p:cNvSpPr/>
          <p:nvPr/>
        </p:nvSpPr>
        <p:spPr>
          <a:xfrm>
            <a:off x="7178040" y="137160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100" b="1" spc="150">
                <a:solidFill>
                  <a:srgbClr val="E8443A"/>
                </a:solidFill>
                <a:latin typeface="Calibri"/>
              </a:rPr>
              <a:t>KEY INSIGHTS</a:t>
            </a:r>
          </a:p>
        </p:txBody>
      </p:sp>
      <p:sp>
        <p:nvSpPr>
          <p:cNvPr id="30" name="Insight1Num"/>
          <p:cNvSpPr/>
          <p:nvPr/>
        </p:nvSpPr>
        <p:spPr>
          <a:xfrm>
            <a:off x="7178040" y="192024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1</a:t>
            </a:r>
          </a:p>
        </p:txBody>
      </p:sp>
      <p:sp>
        <p:nvSpPr>
          <p:cNvPr id="31" name="Insight1Text"/>
          <p:cNvSpPr/>
          <p:nvPr/>
        </p:nvSpPr>
        <p:spPr>
          <a:xfrm>
            <a:off x="7543800" y="18745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CBD8EA"/>
                </a:solidFill>
                <a:latin typeface="Calibri"/>
              </a:rPr>
              <a:t>163 constituencies changed hands between elections.</a:t>
            </a:r>
          </a:p>
        </p:txBody>
      </p:sp>
      <p:sp>
        <p:nvSpPr>
          <p:cNvPr id="32" name="Insight2Num"/>
          <p:cNvSpPr/>
          <p:nvPr/>
        </p:nvSpPr>
        <p:spPr>
          <a:xfrm>
            <a:off x="7178040" y="269748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2</a:t>
            </a:r>
          </a:p>
        </p:txBody>
      </p:sp>
      <p:sp>
        <p:nvSpPr>
          <p:cNvPr id="33" name="Insight2Text"/>
          <p:cNvSpPr/>
          <p:nvPr/>
        </p:nvSpPr>
        <p:spPr>
          <a:xfrm>
            <a:off x="7543800" y="265176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CBD8EA"/>
                </a:solidFill>
                <a:latin typeface="Calibri"/>
              </a:rPr>
              <a:t>South and Chennai Metro recorded the highest concentration of flipped constituencies.</a:t>
            </a:r>
          </a:p>
        </p:txBody>
      </p:sp>
      <p:sp>
        <p:nvSpPr>
          <p:cNvPr id="34" name="Insight3Num"/>
          <p:cNvSpPr/>
          <p:nvPr/>
        </p:nvSpPr>
        <p:spPr>
          <a:xfrm>
            <a:off x="7178040" y="363474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3</a:t>
            </a:r>
          </a:p>
        </p:txBody>
      </p:sp>
      <p:sp>
        <p:nvSpPr>
          <p:cNvPr id="35" name="Insight3Text"/>
          <p:cNvSpPr/>
          <p:nvPr/>
        </p:nvSpPr>
        <p:spPr>
          <a:xfrm>
            <a:off x="7543800" y="35890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CBD8EA"/>
                </a:solidFill>
                <a:latin typeface="Calibri"/>
              </a:rPr>
              <a:t>Major seat transitions flowed toward TVK.</a:t>
            </a:r>
          </a:p>
        </p:txBody>
      </p:sp>
      <p:sp>
        <p:nvSpPr>
          <p:cNvPr id="36" name="Insight4Num"/>
          <p:cNvSpPr/>
          <p:nvPr/>
        </p:nvSpPr>
        <p:spPr>
          <a:xfrm>
            <a:off x="7178040" y="425196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E8443A"/>
                </a:solidFill>
                <a:latin typeface="Calibri"/>
              </a:rPr>
              <a:t>4</a:t>
            </a:r>
          </a:p>
        </p:txBody>
      </p:sp>
      <p:sp>
        <p:nvSpPr>
          <p:cNvPr id="37" name="Insight4Text"/>
          <p:cNvSpPr/>
          <p:nvPr/>
        </p:nvSpPr>
        <p:spPr>
          <a:xfrm>
            <a:off x="7543800" y="42062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 dirty="0">
                <a:solidFill>
                  <a:srgbClr val="CBD8EA"/>
                </a:solidFill>
                <a:latin typeface="Calibri"/>
              </a:rPr>
              <a:t>Electoral volatility became unevenly distributed across regions.</a:t>
            </a:r>
          </a:p>
        </p:txBody>
      </p:sp>
      <p:sp>
        <p:nvSpPr>
          <p:cNvPr id="80" name="BottomBar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027C0-6239-EF2A-EC28-2AAFD8ABA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37160" y="1143000"/>
            <a:ext cx="67208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Georgia"/>
              </a:rPr>
              <a:t>TVK Emerged as a Statewide Electoral Force</a:t>
            </a:r>
          </a:p>
        </p:txBody>
      </p:sp>
      <p:sp>
        <p:nvSpPr>
          <p:cNvPr id="91" name="TitleDiv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DashboardPlaceholder"/>
          <p:cNvSpPr/>
          <p:nvPr/>
        </p:nvSpPr>
        <p:spPr>
          <a:xfrm>
            <a:off x="457201" y="1143000"/>
            <a:ext cx="6336322" cy="5257800"/>
          </a:xfrm>
          <a:prstGeom prst="roundRect">
            <a:avLst>
              <a:gd name="adj" fmla="val 2000"/>
            </a:avLst>
          </a:prstGeom>
          <a:blipFill>
            <a:blip r:embed="rId2"/>
            <a:stretch>
              <a:fillRect l="-4162" r="-4055"/>
            </a:stretch>
          </a:blipFill>
          <a:ln w="12700" cap="flat" cmpd="sng">
            <a:solidFill>
              <a:srgbClr val="1E3454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0" name="InsightsPanelBg"/>
          <p:cNvSpPr/>
          <p:nvPr/>
        </p:nvSpPr>
        <p:spPr>
          <a:xfrm>
            <a:off x="6945923" y="1143000"/>
            <a:ext cx="2057400" cy="5257800"/>
          </a:xfrm>
          <a:prstGeom prst="roundRect">
            <a:avLst>
              <a:gd name="adj" fmla="val 3000"/>
            </a:avLst>
          </a:prstGeom>
          <a:solidFill>
            <a:srgbClr val="172843"/>
          </a:solidFill>
          <a:ln w="1270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InsightsAccent"/>
          <p:cNvSpPr/>
          <p:nvPr/>
        </p:nvSpPr>
        <p:spPr>
          <a:xfrm>
            <a:off x="6945923" y="1143000"/>
            <a:ext cx="2057400" cy="45720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CalloutBadge"/>
          <p:cNvSpPr/>
          <p:nvPr/>
        </p:nvSpPr>
        <p:spPr>
          <a:xfrm>
            <a:off x="7022123" y="5916168"/>
            <a:ext cx="1830000" cy="406072"/>
          </a:xfrm>
          <a:prstGeom prst="roundRect">
            <a:avLst>
              <a:gd name="adj" fmla="val 16667"/>
            </a:avLst>
          </a:prstGeom>
          <a:solidFill>
            <a:srgbClr val="E8443A">
              <a:alpha val="18000"/>
            </a:srgbClr>
          </a:solidFill>
          <a:ln w="12700">
            <a:solidFill>
              <a:srgbClr val="E8443A">
                <a:alpha val="50000"/>
              </a:srgbClr>
            </a:solidFill>
          </a:ln>
        </p:spPr>
        <p:txBody>
          <a:bodyPr wrap="square" lIns="91440" tIns="0" rIns="9144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Georgia"/>
              </a:rPr>
              <a:t>17.2M</a:t>
            </a:r>
          </a:p>
          <a:p>
            <a:pPr algn="ctr"/>
            <a:r>
              <a:rPr lang="en-US" sz="900" dirty="0">
                <a:solidFill>
                  <a:srgbClr val="E0EAF4"/>
                </a:solidFill>
                <a:latin typeface="Calibri"/>
              </a:rPr>
              <a:t>Largest Statewide Vote Surge</a:t>
            </a:r>
            <a:endParaRPr lang="en-US" sz="800" dirty="0">
              <a:solidFill>
                <a:srgbClr val="E0EAF4"/>
              </a:solidFill>
              <a:latin typeface="Calibri"/>
            </a:endParaRPr>
          </a:p>
        </p:txBody>
      </p:sp>
      <p:sp>
        <p:nvSpPr>
          <p:cNvPr id="22" name="InsightsTitle"/>
          <p:cNvSpPr/>
          <p:nvPr/>
        </p:nvSpPr>
        <p:spPr>
          <a:xfrm>
            <a:off x="7174523" y="137160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100" b="1" spc="150">
                <a:solidFill>
                  <a:srgbClr val="E8443A"/>
                </a:solidFill>
                <a:latin typeface="Calibri"/>
              </a:rPr>
              <a:t>KEY INSIGHTS</a:t>
            </a:r>
          </a:p>
        </p:txBody>
      </p:sp>
      <p:sp>
        <p:nvSpPr>
          <p:cNvPr id="30" name="Insight1Num"/>
          <p:cNvSpPr/>
          <p:nvPr/>
        </p:nvSpPr>
        <p:spPr>
          <a:xfrm>
            <a:off x="7174523" y="217024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1</a:t>
            </a:r>
          </a:p>
        </p:txBody>
      </p:sp>
      <p:sp>
        <p:nvSpPr>
          <p:cNvPr id="31" name="Insight1Text"/>
          <p:cNvSpPr/>
          <p:nvPr/>
        </p:nvSpPr>
        <p:spPr>
          <a:xfrm>
            <a:off x="7540283" y="21245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E0EAF4"/>
                </a:solidFill>
                <a:latin typeface="Calibri"/>
              </a:rPr>
              <a:t>TVK recorded approximately 17.2 million votes in 2026.</a:t>
            </a:r>
          </a:p>
        </p:txBody>
      </p:sp>
      <p:sp>
        <p:nvSpPr>
          <p:cNvPr id="32" name="Insight2Num"/>
          <p:cNvSpPr/>
          <p:nvPr/>
        </p:nvSpPr>
        <p:spPr>
          <a:xfrm>
            <a:off x="7174523" y="294748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2</a:t>
            </a:r>
          </a:p>
        </p:txBody>
      </p:sp>
      <p:sp>
        <p:nvSpPr>
          <p:cNvPr id="33" name="Insight2Text"/>
          <p:cNvSpPr/>
          <p:nvPr/>
        </p:nvSpPr>
        <p:spPr>
          <a:xfrm>
            <a:off x="7540283" y="290176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E0EAF4"/>
                </a:solidFill>
                <a:latin typeface="Calibri"/>
              </a:rPr>
              <a:t>TVK secured substantial vote totals across all six regions.</a:t>
            </a:r>
          </a:p>
        </p:txBody>
      </p:sp>
      <p:sp>
        <p:nvSpPr>
          <p:cNvPr id="34" name="Insight3Num"/>
          <p:cNvSpPr/>
          <p:nvPr/>
        </p:nvSpPr>
        <p:spPr>
          <a:xfrm>
            <a:off x="7168661" y="372472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3</a:t>
            </a:r>
          </a:p>
        </p:txBody>
      </p:sp>
      <p:sp>
        <p:nvSpPr>
          <p:cNvPr id="35" name="Insight3Text"/>
          <p:cNvSpPr/>
          <p:nvPr/>
        </p:nvSpPr>
        <p:spPr>
          <a:xfrm>
            <a:off x="7540283" y="367900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E0EAF4"/>
                </a:solidFill>
                <a:latin typeface="Calibri"/>
              </a:rPr>
              <a:t>South and Chennai Metro recorded TVK's strongest performances.</a:t>
            </a:r>
          </a:p>
        </p:txBody>
      </p:sp>
      <p:sp>
        <p:nvSpPr>
          <p:cNvPr id="36" name="Insight4Num"/>
          <p:cNvSpPr/>
          <p:nvPr/>
        </p:nvSpPr>
        <p:spPr>
          <a:xfrm>
            <a:off x="7174523" y="4501960"/>
            <a:ext cx="274320" cy="27432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E8443A"/>
                </a:solidFill>
                <a:latin typeface="Calibri"/>
              </a:rPr>
              <a:t>4</a:t>
            </a:r>
          </a:p>
        </p:txBody>
      </p:sp>
      <p:sp>
        <p:nvSpPr>
          <p:cNvPr id="37" name="Insight4Text"/>
          <p:cNvSpPr/>
          <p:nvPr/>
        </p:nvSpPr>
        <p:spPr>
          <a:xfrm>
            <a:off x="7540283" y="44562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E0EAF4"/>
                </a:solidFill>
                <a:latin typeface="Calibri"/>
              </a:rPr>
              <a:t>TVK registered the largest vote increase among major parties.</a:t>
            </a:r>
          </a:p>
        </p:txBody>
      </p:sp>
      <p:sp>
        <p:nvSpPr>
          <p:cNvPr id="80" name="BottomBar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Georgia"/>
              </a:rPr>
              <a:t>Final Conclusions</a:t>
            </a:r>
          </a:p>
        </p:txBody>
      </p:sp>
      <p:sp>
        <p:nvSpPr>
          <p:cNvPr id="91" name="TitleDiv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ThesisStatement"/>
          <p:cNvSpPr/>
          <p:nvPr/>
        </p:nvSpPr>
        <p:spPr>
          <a:xfrm>
            <a:off x="685800" y="11430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ts val="2400"/>
              </a:lnSpc>
            </a:pPr>
            <a:r>
              <a:rPr lang="en-US" sz="1400" i="1">
                <a:solidFill>
                  <a:srgbClr val="E0EAF4"/>
                </a:solidFill>
                <a:latin typeface="Georgia"/>
              </a:rPr>
              <a:t>The 2026 Tamil Nadu election reflected a transition from concentrated regional dominance toward a more competitive and fragmented political landscape, accompanied by significant constituency-level volatility and the emergence of TVK as a statewide electoral force.</a:t>
            </a:r>
          </a:p>
        </p:txBody>
      </p:sp>
      <p:sp>
        <p:nvSpPr>
          <p:cNvPr id="20" name="Card1Bg"/>
          <p:cNvSpPr/>
          <p:nvPr/>
        </p:nvSpPr>
        <p:spPr>
          <a:xfrm>
            <a:off x="457200" y="2834640"/>
            <a:ext cx="2400000" cy="1600200"/>
          </a:xfrm>
          <a:prstGeom prst="roundRect">
            <a:avLst>
              <a:gd name="adj" fmla="val 4000"/>
            </a:avLst>
          </a:prstGeom>
          <a:solidFill>
            <a:srgbClr val="172843"/>
          </a:solidFill>
          <a:ln w="1270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Card1Accent"/>
          <p:cNvSpPr/>
          <p:nvPr/>
        </p:nvSpPr>
        <p:spPr>
          <a:xfrm>
            <a:off x="457200" y="2834640"/>
            <a:ext cx="2400000" cy="45720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Card1Num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E8443A"/>
                </a:solidFill>
                <a:latin typeface="Calibri"/>
              </a:rPr>
              <a:t>01</a:t>
            </a:r>
          </a:p>
        </p:txBody>
      </p:sp>
      <p:sp>
        <p:nvSpPr>
          <p:cNvPr id="23" name="Card1Title"/>
          <p:cNvSpPr/>
          <p:nvPr/>
        </p:nvSpPr>
        <p:spPr>
          <a:xfrm>
            <a:off x="1051560" y="3017520"/>
            <a:ext cx="16230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Georgia"/>
              </a:rPr>
              <a:t>Regional Fragmentation</a:t>
            </a:r>
          </a:p>
        </p:txBody>
      </p:sp>
      <p:sp>
        <p:nvSpPr>
          <p:cNvPr id="24" name="Card1Body"/>
          <p:cNvSpPr/>
          <p:nvPr/>
        </p:nvSpPr>
        <p:spPr>
          <a:xfrm>
            <a:off x="640080" y="3429000"/>
            <a:ext cx="20345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 dirty="0">
                <a:solidFill>
                  <a:srgbClr val="E0EAF4"/>
                </a:solidFill>
                <a:latin typeface="Calibri"/>
              </a:rPr>
              <a:t>No single political formation maintained uniform regional dominance in 2026.</a:t>
            </a:r>
          </a:p>
        </p:txBody>
      </p:sp>
      <p:sp>
        <p:nvSpPr>
          <p:cNvPr id="30" name="Card2Bg"/>
          <p:cNvSpPr/>
          <p:nvPr/>
        </p:nvSpPr>
        <p:spPr>
          <a:xfrm>
            <a:off x="3372000" y="2834640"/>
            <a:ext cx="2400000" cy="1600200"/>
          </a:xfrm>
          <a:prstGeom prst="roundRect">
            <a:avLst>
              <a:gd name="adj" fmla="val 4000"/>
            </a:avLst>
          </a:prstGeom>
          <a:solidFill>
            <a:srgbClr val="172843"/>
          </a:solidFill>
          <a:ln w="1270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2Accent"/>
          <p:cNvSpPr/>
          <p:nvPr/>
        </p:nvSpPr>
        <p:spPr>
          <a:xfrm>
            <a:off x="3372000" y="2834640"/>
            <a:ext cx="2400000" cy="45720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Card2Num"/>
          <p:cNvSpPr/>
          <p:nvPr/>
        </p:nvSpPr>
        <p:spPr>
          <a:xfrm>
            <a:off x="3554880" y="3017520"/>
            <a:ext cx="320040" cy="32004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E8443A"/>
                </a:solidFill>
                <a:latin typeface="Calibri"/>
              </a:rPr>
              <a:t>02</a:t>
            </a:r>
          </a:p>
        </p:txBody>
      </p:sp>
      <p:sp>
        <p:nvSpPr>
          <p:cNvPr id="33" name="Card2Title"/>
          <p:cNvSpPr/>
          <p:nvPr/>
        </p:nvSpPr>
        <p:spPr>
          <a:xfrm>
            <a:off x="3966360" y="3017520"/>
            <a:ext cx="16230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Georgia"/>
              </a:rPr>
              <a:t>Electoral Volatility</a:t>
            </a:r>
          </a:p>
        </p:txBody>
      </p:sp>
      <p:sp>
        <p:nvSpPr>
          <p:cNvPr id="34" name="Card2Body"/>
          <p:cNvSpPr/>
          <p:nvPr/>
        </p:nvSpPr>
        <p:spPr>
          <a:xfrm>
            <a:off x="3554880" y="3429000"/>
            <a:ext cx="20345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 dirty="0">
                <a:solidFill>
                  <a:srgbClr val="E0EAF4"/>
                </a:solidFill>
                <a:latin typeface="Calibri"/>
              </a:rPr>
              <a:t>163 constituencies changed hands, reflecting substantial political movement.</a:t>
            </a:r>
          </a:p>
        </p:txBody>
      </p:sp>
      <p:sp>
        <p:nvSpPr>
          <p:cNvPr id="40" name="Card3Bg"/>
          <p:cNvSpPr/>
          <p:nvPr/>
        </p:nvSpPr>
        <p:spPr>
          <a:xfrm>
            <a:off x="6286800" y="2834640"/>
            <a:ext cx="2400000" cy="1600200"/>
          </a:xfrm>
          <a:prstGeom prst="roundRect">
            <a:avLst>
              <a:gd name="adj" fmla="val 4000"/>
            </a:avLst>
          </a:prstGeom>
          <a:solidFill>
            <a:srgbClr val="172843"/>
          </a:solidFill>
          <a:ln w="1270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Card3Accent"/>
          <p:cNvSpPr/>
          <p:nvPr/>
        </p:nvSpPr>
        <p:spPr>
          <a:xfrm>
            <a:off x="6286800" y="2834640"/>
            <a:ext cx="2400000" cy="45720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2" name="Card3Num"/>
          <p:cNvSpPr/>
          <p:nvPr/>
        </p:nvSpPr>
        <p:spPr>
          <a:xfrm>
            <a:off x="6469680" y="3017520"/>
            <a:ext cx="320040" cy="320040"/>
          </a:xfrm>
          <a:prstGeom prst="ellipse">
            <a:avLst/>
          </a:prstGeom>
          <a:solidFill>
            <a:srgbClr val="E8443A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>
                <a:solidFill>
                  <a:srgbClr val="E8443A"/>
                </a:solidFill>
                <a:latin typeface="Calibri"/>
              </a:rPr>
              <a:t>03</a:t>
            </a:r>
          </a:p>
        </p:txBody>
      </p:sp>
      <p:sp>
        <p:nvSpPr>
          <p:cNvPr id="43" name="Card3Title"/>
          <p:cNvSpPr/>
          <p:nvPr/>
        </p:nvSpPr>
        <p:spPr>
          <a:xfrm>
            <a:off x="6881160" y="3017520"/>
            <a:ext cx="16230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Georgia"/>
              </a:rPr>
              <a:t>TVK Emergence</a:t>
            </a:r>
          </a:p>
        </p:txBody>
      </p:sp>
      <p:sp>
        <p:nvSpPr>
          <p:cNvPr id="44" name="Card3Body"/>
          <p:cNvSpPr/>
          <p:nvPr/>
        </p:nvSpPr>
        <p:spPr>
          <a:xfrm>
            <a:off x="6469680" y="3429000"/>
            <a:ext cx="20345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</a:pPr>
            <a:r>
              <a:rPr lang="en-US" sz="900">
                <a:solidFill>
                  <a:srgbClr val="E0EAF4"/>
                </a:solidFill>
                <a:latin typeface="Calibri"/>
              </a:rPr>
              <a:t>TVK established measurable electoral presence across all six regions.</a:t>
            </a:r>
          </a:p>
        </p:txBody>
      </p:sp>
      <p:sp>
        <p:nvSpPr>
          <p:cNvPr id="50" name="MetricsDivider"/>
          <p:cNvSpPr/>
          <p:nvPr/>
        </p:nvSpPr>
        <p:spPr>
          <a:xfrm>
            <a:off x="457200" y="4800600"/>
            <a:ext cx="8229600" cy="18288"/>
          </a:xfrm>
          <a:prstGeom prst="rect">
            <a:avLst/>
          </a:prstGeom>
          <a:solidFill>
            <a:srgbClr val="1E345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1" name="Metric1Value"/>
          <p:cNvSpPr/>
          <p:nvPr/>
        </p:nvSpPr>
        <p:spPr>
          <a:xfrm>
            <a:off x="457200" y="5029200"/>
            <a:ext cx="2400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/>
            <a:r>
              <a:rPr lang="en-US" sz="2800" b="1">
                <a:solidFill>
                  <a:srgbClr val="E8443A"/>
                </a:solidFill>
                <a:latin typeface="Georgia"/>
              </a:rPr>
              <a:t>163</a:t>
            </a:r>
          </a:p>
        </p:txBody>
      </p:sp>
      <p:sp>
        <p:nvSpPr>
          <p:cNvPr id="52" name="Metric1Label"/>
          <p:cNvSpPr/>
          <p:nvPr/>
        </p:nvSpPr>
        <p:spPr>
          <a:xfrm>
            <a:off x="457200" y="5577840"/>
            <a:ext cx="240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>
                <a:solidFill>
                  <a:srgbClr val="8A9BB8"/>
                </a:solidFill>
                <a:latin typeface="Calibri"/>
              </a:rPr>
              <a:t>Constituencies Flipped</a:t>
            </a:r>
          </a:p>
        </p:txBody>
      </p:sp>
      <p:sp>
        <p:nvSpPr>
          <p:cNvPr id="53" name="Metric2Value"/>
          <p:cNvSpPr/>
          <p:nvPr/>
        </p:nvSpPr>
        <p:spPr>
          <a:xfrm>
            <a:off x="3372000" y="5029200"/>
            <a:ext cx="2400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/>
            <a:r>
              <a:rPr lang="en-US" sz="2800" b="1">
                <a:solidFill>
                  <a:srgbClr val="E8443A"/>
                </a:solidFill>
                <a:latin typeface="Georgia"/>
              </a:rPr>
              <a:t>17.2M</a:t>
            </a:r>
          </a:p>
        </p:txBody>
      </p:sp>
      <p:sp>
        <p:nvSpPr>
          <p:cNvPr id="54" name="Metric2Label"/>
          <p:cNvSpPr/>
          <p:nvPr/>
        </p:nvSpPr>
        <p:spPr>
          <a:xfrm>
            <a:off x="3372000" y="5577840"/>
            <a:ext cx="240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>
                <a:solidFill>
                  <a:srgbClr val="8A9BB8"/>
                </a:solidFill>
                <a:latin typeface="Calibri"/>
              </a:rPr>
              <a:t>TVK Votes</a:t>
            </a:r>
          </a:p>
        </p:txBody>
      </p:sp>
      <p:sp>
        <p:nvSpPr>
          <p:cNvPr id="55" name="Metric3Value"/>
          <p:cNvSpPr/>
          <p:nvPr/>
        </p:nvSpPr>
        <p:spPr>
          <a:xfrm>
            <a:off x="6286800" y="5029200"/>
            <a:ext cx="2400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/>
            <a:r>
              <a:rPr lang="en-US" sz="2800" b="1">
                <a:solidFill>
                  <a:srgbClr val="E8443A"/>
                </a:solidFill>
                <a:latin typeface="Georgia"/>
              </a:rPr>
              <a:t>6</a:t>
            </a:r>
          </a:p>
        </p:txBody>
      </p:sp>
      <p:sp>
        <p:nvSpPr>
          <p:cNvPr id="56" name="Metric3Label"/>
          <p:cNvSpPr/>
          <p:nvPr/>
        </p:nvSpPr>
        <p:spPr>
          <a:xfrm>
            <a:off x="6286800" y="5577840"/>
            <a:ext cx="240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>
                <a:solidFill>
                  <a:srgbClr val="8A9BB8"/>
                </a:solidFill>
                <a:latin typeface="Calibri"/>
              </a:rPr>
              <a:t>Regions Analyzed</a:t>
            </a:r>
          </a:p>
        </p:txBody>
      </p:sp>
      <p:sp>
        <p:nvSpPr>
          <p:cNvPr id="80" name="BottomBar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Georgia"/>
              </a:rPr>
              <a:t>Skills &amp; Tools Demonstrated</a:t>
            </a:r>
          </a:p>
        </p:txBody>
      </p:sp>
      <p:sp>
        <p:nvSpPr>
          <p:cNvPr id="91" name="TitleDiv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0" name="SkillsLabel"/>
          <p:cNvSpPr/>
          <p:nvPr/>
        </p:nvSpPr>
        <p:spPr>
          <a:xfrm>
            <a:off x="457200" y="114300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100" b="1" spc="150">
                <a:solidFill>
                  <a:srgbClr val="E8443A"/>
                </a:solidFill>
                <a:latin typeface="Calibri"/>
              </a:rPr>
              <a:t>ANALYTICAL SKILLS</a:t>
            </a:r>
          </a:p>
        </p:txBody>
      </p:sp>
      <p:sp>
        <p:nvSpPr>
          <p:cNvPr id="10" name="SkillCard1Bg"/>
          <p:cNvSpPr/>
          <p:nvPr/>
        </p:nvSpPr>
        <p:spPr>
          <a:xfrm>
            <a:off x="457200" y="1554480"/>
            <a:ext cx="3886200" cy="1143000"/>
          </a:xfrm>
          <a:prstGeom prst="roundRect">
            <a:avLst>
              <a:gd name="adj" fmla="val 4000"/>
            </a:avLst>
          </a:prstGeom>
          <a:solidFill>
            <a:srgbClr val="17284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killCard1Accent"/>
          <p:cNvSpPr/>
          <p:nvPr/>
        </p:nvSpPr>
        <p:spPr>
          <a:xfrm>
            <a:off x="457200" y="1554480"/>
            <a:ext cx="3886200" cy="36576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SkillCard1Content"/>
          <p:cNvSpPr/>
          <p:nvPr/>
        </p:nvSpPr>
        <p:spPr>
          <a:xfrm>
            <a:off x="640080" y="1691640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</a:pPr>
            <a:r>
              <a:rPr lang="en-US" sz="1100" b="1">
                <a:solidFill>
                  <a:srgbClr val="FFFFFF"/>
                </a:solidFill>
                <a:latin typeface="Georgia"/>
              </a:rPr>
              <a:t>Data Analysis</a:t>
            </a:r>
          </a:p>
          <a:p>
            <a:pPr algn="l">
              <a:lnSpc>
                <a:spcPts val="1600"/>
              </a:lnSpc>
            </a:pPr>
            <a:r>
              <a:rPr lang="en-US" sz="900">
                <a:solidFill>
                  <a:srgbClr val="E0EAF4"/>
                </a:solidFill>
                <a:latin typeface="Calibri"/>
              </a:rPr>
              <a:t>Data Cleaning  •  Aggregation &amp; Comparison  •  Exploratory Data Analysis  •  Regional Analysis</a:t>
            </a:r>
          </a:p>
        </p:txBody>
      </p:sp>
      <p:sp>
        <p:nvSpPr>
          <p:cNvPr id="13" name="SkillCard2Bg"/>
          <p:cNvSpPr/>
          <p:nvPr/>
        </p:nvSpPr>
        <p:spPr>
          <a:xfrm>
            <a:off x="457200" y="2834640"/>
            <a:ext cx="3886200" cy="1143000"/>
          </a:xfrm>
          <a:prstGeom prst="roundRect">
            <a:avLst>
              <a:gd name="adj" fmla="val 4000"/>
            </a:avLst>
          </a:prstGeom>
          <a:solidFill>
            <a:srgbClr val="17284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SkillCard2Accent"/>
          <p:cNvSpPr/>
          <p:nvPr/>
        </p:nvSpPr>
        <p:spPr>
          <a:xfrm>
            <a:off x="457200" y="2834640"/>
            <a:ext cx="3886200" cy="36576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SkillCard2Content"/>
          <p:cNvSpPr/>
          <p:nvPr/>
        </p:nvSpPr>
        <p:spPr>
          <a:xfrm>
            <a:off x="640080" y="2971800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</a:pPr>
            <a:r>
              <a:rPr lang="en-US" sz="1100" b="1">
                <a:solidFill>
                  <a:srgbClr val="FFFFFF"/>
                </a:solidFill>
                <a:latin typeface="Georgia"/>
              </a:rPr>
              <a:t>Storytelling</a:t>
            </a:r>
          </a:p>
          <a:p>
            <a:pPr algn="l">
              <a:lnSpc>
                <a:spcPts val="1600"/>
              </a:lnSpc>
            </a:pPr>
            <a:r>
              <a:rPr lang="en-US" sz="900">
                <a:solidFill>
                  <a:srgbClr val="E0EAF4"/>
                </a:solidFill>
                <a:latin typeface="Calibri"/>
              </a:rPr>
              <a:t>Dashboard Storytelling  •  Insight Communication  •  Analytical Narratives  •  Visual Interpretation</a:t>
            </a:r>
          </a:p>
        </p:txBody>
      </p:sp>
      <p:sp>
        <p:nvSpPr>
          <p:cNvPr id="16" name="SkillCard3Bg"/>
          <p:cNvSpPr/>
          <p:nvPr/>
        </p:nvSpPr>
        <p:spPr>
          <a:xfrm>
            <a:off x="457200" y="4114800"/>
            <a:ext cx="3886200" cy="1143000"/>
          </a:xfrm>
          <a:prstGeom prst="roundRect">
            <a:avLst>
              <a:gd name="adj" fmla="val 4000"/>
            </a:avLst>
          </a:prstGeom>
          <a:solidFill>
            <a:srgbClr val="17284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SkillCard3Accent"/>
          <p:cNvSpPr/>
          <p:nvPr/>
        </p:nvSpPr>
        <p:spPr>
          <a:xfrm>
            <a:off x="457200" y="4114800"/>
            <a:ext cx="3886200" cy="36576"/>
          </a:xfrm>
          <a:prstGeom prst="roundRect">
            <a:avLst>
              <a:gd name="adj" fmla="val 50000"/>
            </a:avLst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SkillCard3Content"/>
          <p:cNvSpPr/>
          <p:nvPr/>
        </p:nvSpPr>
        <p:spPr>
          <a:xfrm>
            <a:off x="640080" y="4251960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</a:pPr>
            <a:r>
              <a:rPr lang="en-US" sz="1100" b="1">
                <a:solidFill>
                  <a:srgbClr val="FFFFFF"/>
                </a:solidFill>
                <a:latin typeface="Georgia"/>
              </a:rPr>
              <a:t>Visualization</a:t>
            </a:r>
          </a:p>
          <a:p>
            <a:pPr algn="l">
              <a:lnSpc>
                <a:spcPts val="1600"/>
              </a:lnSpc>
            </a:pPr>
            <a:r>
              <a:rPr lang="en-US" sz="900">
                <a:solidFill>
                  <a:srgbClr val="E0EAF4"/>
                </a:solidFill>
                <a:latin typeface="Calibri"/>
              </a:rPr>
              <a:t>Dashboard Design  •  Interactive Visualization  •  Election Data Presentation</a:t>
            </a:r>
          </a:p>
        </p:txBody>
      </p:sp>
      <p:sp>
        <p:nvSpPr>
          <p:cNvPr id="101" name="ToolsLabel"/>
          <p:cNvSpPr/>
          <p:nvPr/>
        </p:nvSpPr>
        <p:spPr>
          <a:xfrm>
            <a:off x="4800600" y="114300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100" b="1" spc="150">
                <a:solidFill>
                  <a:srgbClr val="E8443A"/>
                </a:solidFill>
                <a:latin typeface="Calibri"/>
              </a:rPr>
              <a:t>TOOLS USED</a:t>
            </a:r>
          </a:p>
        </p:txBody>
      </p:sp>
      <p:sp>
        <p:nvSpPr>
          <p:cNvPr id="20" name="ToolCard1Bg"/>
          <p:cNvSpPr/>
          <p:nvPr/>
        </p:nvSpPr>
        <p:spPr>
          <a:xfrm>
            <a:off x="4800600" y="1554480"/>
            <a:ext cx="1828800" cy="114300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ToolCard1Content"/>
          <p:cNvSpPr/>
          <p:nvPr/>
        </p:nvSpPr>
        <p:spPr>
          <a:xfrm>
            <a:off x="4800600" y="1554480"/>
            <a:ext cx="1828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Georgia"/>
              </a:rPr>
              <a:t>Python</a:t>
            </a:r>
          </a:p>
          <a:p>
            <a:pPr algn="ctr">
              <a:spcBef>
                <a:spcPts val="400"/>
              </a:spcBef>
            </a:pPr>
            <a:r>
              <a:rPr lang="en-US" sz="800">
                <a:solidFill>
                  <a:srgbClr val="8A9BB8"/>
                </a:solidFill>
                <a:latin typeface="Calibri"/>
              </a:rPr>
              <a:t>Data Processing</a:t>
            </a:r>
          </a:p>
        </p:txBody>
      </p:sp>
      <p:sp>
        <p:nvSpPr>
          <p:cNvPr id="22" name="ToolCard2Bg"/>
          <p:cNvSpPr/>
          <p:nvPr/>
        </p:nvSpPr>
        <p:spPr>
          <a:xfrm>
            <a:off x="6858000" y="1554480"/>
            <a:ext cx="1828800" cy="114300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ToolCard2Content"/>
          <p:cNvSpPr/>
          <p:nvPr/>
        </p:nvSpPr>
        <p:spPr>
          <a:xfrm>
            <a:off x="6858000" y="1554480"/>
            <a:ext cx="1828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Georgia"/>
              </a:rPr>
              <a:t>Pandas</a:t>
            </a:r>
          </a:p>
          <a:p>
            <a:pPr algn="ctr">
              <a:spcBef>
                <a:spcPts val="400"/>
              </a:spcBef>
            </a:pPr>
            <a:r>
              <a:rPr lang="en-US" sz="800">
                <a:solidFill>
                  <a:srgbClr val="8A9BB8"/>
                </a:solidFill>
                <a:latin typeface="Calibri"/>
              </a:rPr>
              <a:t>Cleaning &amp; Aggregation</a:t>
            </a:r>
          </a:p>
        </p:txBody>
      </p:sp>
      <p:sp>
        <p:nvSpPr>
          <p:cNvPr id="24" name="ToolCard3Bg"/>
          <p:cNvSpPr/>
          <p:nvPr/>
        </p:nvSpPr>
        <p:spPr>
          <a:xfrm>
            <a:off x="4800600" y="2834640"/>
            <a:ext cx="1828800" cy="114300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5" name="ToolCard3Content"/>
          <p:cNvSpPr/>
          <p:nvPr/>
        </p:nvSpPr>
        <p:spPr>
          <a:xfrm>
            <a:off x="4800600" y="2834640"/>
            <a:ext cx="1828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Georgia"/>
              </a:rPr>
              <a:t>Plotly</a:t>
            </a:r>
          </a:p>
          <a:p>
            <a:pPr algn="ctr">
              <a:spcBef>
                <a:spcPts val="400"/>
              </a:spcBef>
            </a:pPr>
            <a:r>
              <a:rPr lang="en-US" sz="800">
                <a:solidFill>
                  <a:srgbClr val="8A9BB8"/>
                </a:solidFill>
                <a:latin typeface="Calibri"/>
              </a:rPr>
              <a:t>Exploratory Visualization</a:t>
            </a:r>
          </a:p>
        </p:txBody>
      </p:sp>
      <p:sp>
        <p:nvSpPr>
          <p:cNvPr id="26" name="ToolCard4Bg"/>
          <p:cNvSpPr/>
          <p:nvPr/>
        </p:nvSpPr>
        <p:spPr>
          <a:xfrm>
            <a:off x="6858000" y="2834640"/>
            <a:ext cx="1828800" cy="1143000"/>
          </a:xfrm>
          <a:prstGeom prst="roundRect">
            <a:avLst>
              <a:gd name="adj" fmla="val 5000"/>
            </a:avLst>
          </a:prstGeom>
          <a:solidFill>
            <a:srgbClr val="17284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ToolCard4Content"/>
          <p:cNvSpPr/>
          <p:nvPr/>
        </p:nvSpPr>
        <p:spPr>
          <a:xfrm>
            <a:off x="6858000" y="2834640"/>
            <a:ext cx="1828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Georgia"/>
              </a:rPr>
              <a:t>Power BI</a:t>
            </a:r>
          </a:p>
          <a:p>
            <a:pPr algn="ctr">
              <a:spcBef>
                <a:spcPts val="400"/>
              </a:spcBef>
            </a:pPr>
            <a:r>
              <a:rPr lang="en-US" sz="800">
                <a:solidFill>
                  <a:srgbClr val="8A9BB8"/>
                </a:solidFill>
                <a:latin typeface="Calibri"/>
              </a:rPr>
              <a:t>Dashboard Storytelling</a:t>
            </a:r>
          </a:p>
        </p:txBody>
      </p:sp>
      <p:sp>
        <p:nvSpPr>
          <p:cNvPr id="50" name="Divider"/>
          <p:cNvSpPr/>
          <p:nvPr/>
        </p:nvSpPr>
        <p:spPr>
          <a:xfrm>
            <a:off x="457200" y="5623560"/>
            <a:ext cx="8229600" cy="18288"/>
          </a:xfrm>
          <a:prstGeom prst="rect">
            <a:avLst/>
          </a:prstGeom>
          <a:solidFill>
            <a:srgbClr val="1E345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0" name="BottomStatement"/>
          <p:cNvSpPr/>
          <p:nvPr/>
        </p:nvSpPr>
        <p:spPr>
          <a:xfrm>
            <a:off x="685800" y="58064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ts val="1800"/>
              </a:lnSpc>
            </a:pPr>
            <a:r>
              <a:rPr lang="en-US" sz="1100" i="1">
                <a:solidFill>
                  <a:srgbClr val="E0EAF4"/>
                </a:solidFill>
                <a:latin typeface="Georgia"/>
              </a:rPr>
              <a:t>This project demonstrates end-to-end analytical storytelling — from raw election data processing to insight-driven dashboard presentation.</a:t>
            </a:r>
          </a:p>
        </p:txBody>
      </p:sp>
      <p:sp>
        <p:nvSpPr>
          <p:cNvPr id="80" name="BottomBar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844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526</Words>
  <Application>Microsoft Office PowerPoint</Application>
  <PresentationFormat>On-screen Show (4:3)</PresentationFormat>
  <Paragraphs>123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Gupta</cp:lastModifiedBy>
  <cp:revision>1</cp:revision>
  <dcterms:created xsi:type="dcterms:W3CDTF">2013-01-27T09:14:16Z</dcterms:created>
  <dcterms:modified xsi:type="dcterms:W3CDTF">2026-05-26T09:53:07Z</dcterms:modified>
  <cp:category/>
</cp:coreProperties>
</file>